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4" r:id="rId4"/>
    <p:sldMasterId id="214748370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5143500" cx="9144000"/>
  <p:notesSz cx="6858000" cy="9144000"/>
  <p:embeddedFontLst>
    <p:embeddedFont>
      <p:font typeface="Barlow ExtraLight"/>
      <p:regular r:id="rId17"/>
      <p:bold r:id="rId18"/>
      <p:italic r:id="rId19"/>
      <p:boldItalic r:id="rId20"/>
    </p:embeddedFont>
    <p:embeddedFont>
      <p:font typeface="Hepta Slab Medium"/>
      <p:regular r:id="rId21"/>
      <p:bold r:id="rId22"/>
    </p:embeddedFont>
    <p:embeddedFont>
      <p:font typeface="Hepta Slab Light"/>
      <p:regular r:id="rId23"/>
      <p:bold r:id="rId24"/>
    </p:embeddedFont>
    <p:embeddedFont>
      <p:font typeface="Hepta Slab"/>
      <p:regular r:id="rId25"/>
      <p:bold r:id="rId26"/>
    </p:embeddedFont>
    <p:embeddedFont>
      <p:font typeface="Barlow Medium"/>
      <p:regular r:id="rId27"/>
      <p:bold r:id="rId28"/>
      <p:italic r:id="rId29"/>
      <p:boldItalic r:id="rId30"/>
    </p:embeddedFont>
    <p:embeddedFont>
      <p:font typeface="Barlow Light"/>
      <p:regular r:id="rId31"/>
      <p:bold r:id="rId32"/>
      <p:italic r:id="rId33"/>
      <p:boldItalic r:id="rId34"/>
    </p:embeddedFont>
    <p:embeddedFont>
      <p:font typeface="Barlow"/>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BarlowExtraLight-boldItalic.fntdata"/><Relationship Id="rId22" Type="http://schemas.openxmlformats.org/officeDocument/2006/relationships/font" Target="fonts/HeptaSlabMedium-bold.fntdata"/><Relationship Id="rId21" Type="http://schemas.openxmlformats.org/officeDocument/2006/relationships/font" Target="fonts/HeptaSlabMedium-regular.fntdata"/><Relationship Id="rId24" Type="http://schemas.openxmlformats.org/officeDocument/2006/relationships/font" Target="fonts/HeptaSlabLight-bold.fntdata"/><Relationship Id="rId23" Type="http://schemas.openxmlformats.org/officeDocument/2006/relationships/font" Target="fonts/HeptaSlabLight-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HeptaSlab-bold.fntdata"/><Relationship Id="rId25" Type="http://schemas.openxmlformats.org/officeDocument/2006/relationships/font" Target="fonts/HeptaSlab-regular.fntdata"/><Relationship Id="rId28" Type="http://schemas.openxmlformats.org/officeDocument/2006/relationships/font" Target="fonts/BarlowMedium-bold.fntdata"/><Relationship Id="rId27" Type="http://schemas.openxmlformats.org/officeDocument/2006/relationships/font" Target="fonts/BarlowMedium-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BarlowMedium-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BarlowLight-regular.fntdata"/><Relationship Id="rId30" Type="http://schemas.openxmlformats.org/officeDocument/2006/relationships/font" Target="fonts/BarlowMedium-boldItalic.fntdata"/><Relationship Id="rId11" Type="http://schemas.openxmlformats.org/officeDocument/2006/relationships/slide" Target="slides/slide5.xml"/><Relationship Id="rId33" Type="http://schemas.openxmlformats.org/officeDocument/2006/relationships/font" Target="fonts/BarlowLight-italic.fntdata"/><Relationship Id="rId10" Type="http://schemas.openxmlformats.org/officeDocument/2006/relationships/slide" Target="slides/slide4.xml"/><Relationship Id="rId32" Type="http://schemas.openxmlformats.org/officeDocument/2006/relationships/font" Target="fonts/BarlowLight-bold.fntdata"/><Relationship Id="rId13" Type="http://schemas.openxmlformats.org/officeDocument/2006/relationships/slide" Target="slides/slide7.xml"/><Relationship Id="rId35" Type="http://schemas.openxmlformats.org/officeDocument/2006/relationships/font" Target="fonts/Barlow-regular.fntdata"/><Relationship Id="rId12" Type="http://schemas.openxmlformats.org/officeDocument/2006/relationships/slide" Target="slides/slide6.xml"/><Relationship Id="rId34" Type="http://schemas.openxmlformats.org/officeDocument/2006/relationships/font" Target="fonts/BarlowLight-boldItalic.fntdata"/><Relationship Id="rId15" Type="http://schemas.openxmlformats.org/officeDocument/2006/relationships/slide" Target="slides/slide9.xml"/><Relationship Id="rId37" Type="http://schemas.openxmlformats.org/officeDocument/2006/relationships/font" Target="fonts/Barlow-italic.fntdata"/><Relationship Id="rId14" Type="http://schemas.openxmlformats.org/officeDocument/2006/relationships/slide" Target="slides/slide8.xml"/><Relationship Id="rId36" Type="http://schemas.openxmlformats.org/officeDocument/2006/relationships/font" Target="fonts/Barlow-bold.fntdata"/><Relationship Id="rId17" Type="http://schemas.openxmlformats.org/officeDocument/2006/relationships/font" Target="fonts/BarlowExtraLight-regular.fntdata"/><Relationship Id="rId16" Type="http://schemas.openxmlformats.org/officeDocument/2006/relationships/slide" Target="slides/slide10.xml"/><Relationship Id="rId38" Type="http://schemas.openxmlformats.org/officeDocument/2006/relationships/font" Target="fonts/Barlow-boldItalic.fntdata"/><Relationship Id="rId19" Type="http://schemas.openxmlformats.org/officeDocument/2006/relationships/font" Target="fonts/BarlowExtraLight-italic.fntdata"/><Relationship Id="rId18" Type="http://schemas.openxmlformats.org/officeDocument/2006/relationships/font" Target="fonts/BarlowExtraLight-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e2252b7c5c_0_6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e2252b7c5c_0_6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e2252b7c5c_0_6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3e2252b7c5c_0_6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e2252b7c5c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3e2252b7c5c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e2252b7c5c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3e2252b7c5c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e2252b7c5c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e2252b7c5c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e2252b7c5c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3e2252b7c5c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e2252b7c5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3e2252b7c5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e2252b7c5c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3e2252b7c5c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e2252b7c5c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3e2252b7c5c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e2252b7c5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3e2252b7c5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_1">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23850" lvl="0" marL="457200">
              <a:spcBef>
                <a:spcPts val="0"/>
              </a:spcBef>
              <a:spcAft>
                <a:spcPts val="0"/>
              </a:spcAft>
              <a:buClr>
                <a:schemeClr val="lt1"/>
              </a:buClr>
              <a:buSzPts val="15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1150" lvl="2" marL="1371600">
              <a:spcBef>
                <a:spcPts val="0"/>
              </a:spcBef>
              <a:spcAft>
                <a:spcPts val="0"/>
              </a:spcAft>
              <a:buClr>
                <a:schemeClr val="lt1"/>
              </a:buClr>
              <a:buSzPts val="1300"/>
              <a:buChar char="■"/>
              <a:defRPr>
                <a:solidFill>
                  <a:schemeClr val="lt1"/>
                </a:solidFill>
              </a:defRPr>
            </a:lvl3pPr>
            <a:lvl4pPr indent="-304800" lvl="3" marL="1828800">
              <a:spcBef>
                <a:spcPts val="0"/>
              </a:spcBef>
              <a:spcAft>
                <a:spcPts val="0"/>
              </a:spcAft>
              <a:buClr>
                <a:schemeClr val="lt1"/>
              </a:buClr>
              <a:buSzPts val="12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85750" lvl="6" marL="3200400">
              <a:spcBef>
                <a:spcPts val="0"/>
              </a:spcBef>
              <a:spcAft>
                <a:spcPts val="0"/>
              </a:spcAft>
              <a:buClr>
                <a:schemeClr val="lt1"/>
              </a:buClr>
              <a:buSzPts val="900"/>
              <a:buChar char="●"/>
              <a:defRPr>
                <a:solidFill>
                  <a:schemeClr val="lt1"/>
                </a:solidFill>
              </a:defRPr>
            </a:lvl7pPr>
            <a:lvl8pPr indent="-279400" lvl="7" marL="3657600">
              <a:spcBef>
                <a:spcPts val="0"/>
              </a:spcBef>
              <a:spcAft>
                <a:spcPts val="0"/>
              </a:spcAft>
              <a:buClr>
                <a:schemeClr val="lt1"/>
              </a:buClr>
              <a:buSzPts val="800"/>
              <a:buChar char="○"/>
              <a:defRPr>
                <a:solidFill>
                  <a:schemeClr val="lt1"/>
                </a:solidFill>
              </a:defRPr>
            </a:lvl8pPr>
            <a:lvl9pPr indent="-273050" lvl="8" marL="4114800">
              <a:spcBef>
                <a:spcPts val="0"/>
              </a:spcBef>
              <a:spcAft>
                <a:spcPts val="0"/>
              </a:spcAft>
              <a:buClr>
                <a:schemeClr val="lt1"/>
              </a:buClr>
              <a:buSzPts val="700"/>
              <a:buChar char="■"/>
              <a:defRPr>
                <a:solidFill>
                  <a:schemeClr val="lt1"/>
                </a:solidFill>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5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23850" lvl="0" marL="457200" algn="ctr">
              <a:spcBef>
                <a:spcPts val="0"/>
              </a:spcBef>
              <a:spcAft>
                <a:spcPts val="0"/>
              </a:spcAft>
              <a:buSzPts val="1500"/>
              <a:buChar char="●"/>
              <a:defRPr/>
            </a:lvl1pPr>
            <a:lvl2pPr indent="-317500" lvl="1" marL="914400" algn="ctr">
              <a:spcBef>
                <a:spcPts val="0"/>
              </a:spcBef>
              <a:spcAft>
                <a:spcPts val="0"/>
              </a:spcAft>
              <a:buSzPts val="1400"/>
              <a:buChar char="○"/>
              <a:defRPr/>
            </a:lvl2pPr>
            <a:lvl3pPr indent="-311150" lvl="2" marL="1371600" algn="ctr">
              <a:spcBef>
                <a:spcPts val="0"/>
              </a:spcBef>
              <a:spcAft>
                <a:spcPts val="0"/>
              </a:spcAft>
              <a:buSzPts val="1300"/>
              <a:buChar char="■"/>
              <a:defRPr/>
            </a:lvl3pPr>
            <a:lvl4pPr indent="-304800" lvl="3" marL="1828800" algn="ctr">
              <a:spcBef>
                <a:spcPts val="0"/>
              </a:spcBef>
              <a:spcAft>
                <a:spcPts val="0"/>
              </a:spcAft>
              <a:buSzPts val="1200"/>
              <a:buChar char="●"/>
              <a:defRPr/>
            </a:lvl4pPr>
            <a:lvl5pPr indent="-298450" lvl="4" marL="2286000" algn="ctr">
              <a:spcBef>
                <a:spcPts val="0"/>
              </a:spcBef>
              <a:spcAft>
                <a:spcPts val="0"/>
              </a:spcAft>
              <a:buSzPts val="1100"/>
              <a:buChar char="○"/>
              <a:defRPr/>
            </a:lvl5pPr>
            <a:lvl6pPr indent="-292100" lvl="5" marL="2743200" algn="ctr">
              <a:spcBef>
                <a:spcPts val="0"/>
              </a:spcBef>
              <a:spcAft>
                <a:spcPts val="0"/>
              </a:spcAft>
              <a:buSzPts val="1000"/>
              <a:buChar char="■"/>
              <a:defRPr/>
            </a:lvl6pPr>
            <a:lvl7pPr indent="-285750" lvl="6" marL="3200400" algn="ctr">
              <a:spcBef>
                <a:spcPts val="0"/>
              </a:spcBef>
              <a:spcAft>
                <a:spcPts val="0"/>
              </a:spcAft>
              <a:buSzPts val="900"/>
              <a:buChar char="●"/>
              <a:defRPr/>
            </a:lvl7pPr>
            <a:lvl8pPr indent="-279400" lvl="7" marL="3657600" algn="ctr">
              <a:spcBef>
                <a:spcPts val="0"/>
              </a:spcBef>
              <a:spcAft>
                <a:spcPts val="0"/>
              </a:spcAft>
              <a:buSzPts val="800"/>
              <a:buChar char="○"/>
              <a:defRPr/>
            </a:lvl8pPr>
            <a:lvl9pPr indent="-273050" lvl="8" marL="4114800" algn="ctr">
              <a:spcBef>
                <a:spcPts val="0"/>
              </a:spcBef>
              <a:spcAft>
                <a:spcPts val="0"/>
              </a:spcAft>
              <a:buSzPts val="7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2">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95" name="Shape 95"/>
        <p:cNvGrpSpPr/>
        <p:nvPr/>
      </p:nvGrpSpPr>
      <p:grpSpPr>
        <a:xfrm>
          <a:off x="0" y="0"/>
          <a:ext cx="0" cy="0"/>
          <a:chOff x="0" y="0"/>
          <a:chExt cx="0" cy="0"/>
        </a:xfrm>
      </p:grpSpPr>
      <p:sp>
        <p:nvSpPr>
          <p:cNvPr id="96" name="Google Shape;96;p25"/>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25"/>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8" name="Google Shape;98;p25"/>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9" name="Google Shape;99;p25"/>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00" name="Google Shape;100;p25"/>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01" name="Google Shape;101;p25"/>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02" name="Google Shape;102;p25"/>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03" name="Google Shape;103;p25"/>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104" name="Shape 104"/>
        <p:cNvGrpSpPr/>
        <p:nvPr/>
      </p:nvGrpSpPr>
      <p:grpSpPr>
        <a:xfrm>
          <a:off x="0" y="0"/>
          <a:ext cx="0" cy="0"/>
          <a:chOff x="0" y="0"/>
          <a:chExt cx="0" cy="0"/>
        </a:xfrm>
      </p:grpSpPr>
      <p:sp>
        <p:nvSpPr>
          <p:cNvPr id="105" name="Google Shape;105;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26"/>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107" name="Google Shape;107;p26"/>
          <p:cNvSpPr/>
          <p:nvPr>
            <p:ph idx="2" type="pic"/>
          </p:nvPr>
        </p:nvSpPr>
        <p:spPr>
          <a:xfrm>
            <a:off x="4992024" y="1152775"/>
            <a:ext cx="3840300" cy="3416400"/>
          </a:xfrm>
          <a:prstGeom prst="rect">
            <a:avLst/>
          </a:prstGeom>
          <a:noFill/>
          <a:ln>
            <a:noFill/>
          </a:ln>
        </p:spPr>
      </p:sp>
      <p:sp>
        <p:nvSpPr>
          <p:cNvPr id="108" name="Google Shape;108;p26"/>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1">
    <p:spTree>
      <p:nvGrpSpPr>
        <p:cNvPr id="109" name="Shape 109"/>
        <p:cNvGrpSpPr/>
        <p:nvPr/>
      </p:nvGrpSpPr>
      <p:grpSpPr>
        <a:xfrm>
          <a:off x="0" y="0"/>
          <a:ext cx="0" cy="0"/>
          <a:chOff x="0" y="0"/>
          <a:chExt cx="0" cy="0"/>
        </a:xfrm>
      </p:grpSpPr>
      <p:sp>
        <p:nvSpPr>
          <p:cNvPr id="110" name="Google Shape;110;p27"/>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1" name="Google Shape;111;p27"/>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12" name="Google Shape;112;p27"/>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113" name="Google Shape;113;p27"/>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114" name="Google Shape;114;p27"/>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15" name="Google Shape;115;p27"/>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116" name="Shape 116"/>
        <p:cNvGrpSpPr/>
        <p:nvPr/>
      </p:nvGrpSpPr>
      <p:grpSpPr>
        <a:xfrm>
          <a:off x="0" y="0"/>
          <a:ext cx="0" cy="0"/>
          <a:chOff x="0" y="0"/>
          <a:chExt cx="0" cy="0"/>
        </a:xfrm>
      </p:grpSpPr>
      <p:sp>
        <p:nvSpPr>
          <p:cNvPr id="117" name="Google Shape;117;p28"/>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8" name="Google Shape;118;p28"/>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119" name="Google Shape;119;p28"/>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120" name="Google Shape;120;p28"/>
          <p:cNvSpPr txBox="1"/>
          <p:nvPr>
            <p:ph idx="3"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121" name="Google Shape;121;p28"/>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22" name="Google Shape;122;p28"/>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23" name="Google Shape;123;p28"/>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24" name="Google Shape;124;p28"/>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125" name="Shape 125"/>
        <p:cNvGrpSpPr/>
        <p:nvPr/>
      </p:nvGrpSpPr>
      <p:grpSpPr>
        <a:xfrm>
          <a:off x="0" y="0"/>
          <a:ext cx="0" cy="0"/>
          <a:chOff x="0" y="0"/>
          <a:chExt cx="0" cy="0"/>
        </a:xfrm>
      </p:grpSpPr>
      <p:sp>
        <p:nvSpPr>
          <p:cNvPr id="126" name="Google Shape;126;p29"/>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7" name="Google Shape;127;p29"/>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128" name="Google Shape;128;p29"/>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129" name="Google Shape;129;p29"/>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130" name="Google Shape;130;p29"/>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131" name="Google Shape;131;p29"/>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32" name="Google Shape;132;p29"/>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33" name="Google Shape;133;p29"/>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34" name="Google Shape;134;p29"/>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35" name="Google Shape;135;p29"/>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136" name="Shape 136"/>
        <p:cNvGrpSpPr/>
        <p:nvPr/>
      </p:nvGrpSpPr>
      <p:grpSpPr>
        <a:xfrm>
          <a:off x="0" y="0"/>
          <a:ext cx="0" cy="0"/>
          <a:chOff x="0" y="0"/>
          <a:chExt cx="0" cy="0"/>
        </a:xfrm>
      </p:grpSpPr>
      <p:sp>
        <p:nvSpPr>
          <p:cNvPr id="137" name="Google Shape;137;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8" name="Google Shape;138;p30"/>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39" name="Google Shape;139;p30"/>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140" name="Shape 140"/>
        <p:cNvGrpSpPr/>
        <p:nvPr/>
      </p:nvGrpSpPr>
      <p:grpSpPr>
        <a:xfrm>
          <a:off x="0" y="0"/>
          <a:ext cx="0" cy="0"/>
          <a:chOff x="0" y="0"/>
          <a:chExt cx="0" cy="0"/>
        </a:xfrm>
      </p:grpSpPr>
      <p:sp>
        <p:nvSpPr>
          <p:cNvPr id="141" name="Google Shape;141;p31"/>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42" name="Google Shape;142;p31"/>
          <p:cNvSpPr/>
          <p:nvPr>
            <p:ph idx="2" type="pic"/>
          </p:nvPr>
        </p:nvSpPr>
        <p:spPr>
          <a:xfrm>
            <a:off x="4804825" y="1133300"/>
            <a:ext cx="4027500" cy="2392800"/>
          </a:xfrm>
          <a:prstGeom prst="rect">
            <a:avLst/>
          </a:prstGeom>
          <a:noFill/>
          <a:ln>
            <a:noFill/>
          </a:ln>
        </p:spPr>
      </p:sp>
      <p:sp>
        <p:nvSpPr>
          <p:cNvPr id="143" name="Google Shape;143;p31"/>
          <p:cNvSpPr/>
          <p:nvPr>
            <p:ph idx="3" type="pic"/>
          </p:nvPr>
        </p:nvSpPr>
        <p:spPr>
          <a:xfrm>
            <a:off x="311725" y="1133300"/>
            <a:ext cx="4027500" cy="2392800"/>
          </a:xfrm>
          <a:prstGeom prst="rect">
            <a:avLst/>
          </a:prstGeom>
          <a:noFill/>
          <a:ln>
            <a:noFill/>
          </a:ln>
        </p:spPr>
      </p:sp>
      <p:sp>
        <p:nvSpPr>
          <p:cNvPr id="144" name="Google Shape;144;p31"/>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45" name="Google Shape;145;p31"/>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6" name="Google Shape;146;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7" name="Google Shape;147;p31"/>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48" name="Google Shape;148;p31"/>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149" name="Shape 149"/>
        <p:cNvGrpSpPr/>
        <p:nvPr/>
      </p:nvGrpSpPr>
      <p:grpSpPr>
        <a:xfrm>
          <a:off x="0" y="0"/>
          <a:ext cx="0" cy="0"/>
          <a:chOff x="0" y="0"/>
          <a:chExt cx="0" cy="0"/>
        </a:xfrm>
      </p:grpSpPr>
      <p:sp>
        <p:nvSpPr>
          <p:cNvPr id="150" name="Google Shape;150;p32"/>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1" name="Google Shape;151;p32"/>
          <p:cNvSpPr/>
          <p:nvPr>
            <p:ph idx="2" type="pic"/>
          </p:nvPr>
        </p:nvSpPr>
        <p:spPr>
          <a:xfrm>
            <a:off x="6205225" y="1128325"/>
            <a:ext cx="2627100" cy="2273100"/>
          </a:xfrm>
          <a:prstGeom prst="rect">
            <a:avLst/>
          </a:prstGeom>
          <a:noFill/>
          <a:ln>
            <a:noFill/>
          </a:ln>
        </p:spPr>
      </p:sp>
      <p:sp>
        <p:nvSpPr>
          <p:cNvPr id="152" name="Google Shape;152;p32"/>
          <p:cNvSpPr/>
          <p:nvPr>
            <p:ph idx="3" type="pic"/>
          </p:nvPr>
        </p:nvSpPr>
        <p:spPr>
          <a:xfrm>
            <a:off x="311725" y="1128325"/>
            <a:ext cx="2627100" cy="2273100"/>
          </a:xfrm>
          <a:prstGeom prst="rect">
            <a:avLst/>
          </a:prstGeom>
          <a:noFill/>
          <a:ln>
            <a:noFill/>
          </a:ln>
        </p:spPr>
      </p:sp>
      <p:sp>
        <p:nvSpPr>
          <p:cNvPr id="153" name="Google Shape;153;p32"/>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4" name="Google Shape;154;p32"/>
          <p:cNvSpPr/>
          <p:nvPr>
            <p:ph idx="5" type="pic"/>
          </p:nvPr>
        </p:nvSpPr>
        <p:spPr>
          <a:xfrm>
            <a:off x="3255250" y="1128325"/>
            <a:ext cx="2627100" cy="2273100"/>
          </a:xfrm>
          <a:prstGeom prst="rect">
            <a:avLst/>
          </a:prstGeom>
          <a:noFill/>
          <a:ln>
            <a:noFill/>
          </a:ln>
        </p:spPr>
      </p:sp>
      <p:sp>
        <p:nvSpPr>
          <p:cNvPr id="155" name="Google Shape;155;p32"/>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6" name="Google Shape;156;p32"/>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57" name="Google Shape;157;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8" name="Google Shape;158;p32"/>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59" name="Google Shape;159;p32"/>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60" name="Google Shape;160;p32"/>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161" name="Shape 161"/>
        <p:cNvGrpSpPr/>
        <p:nvPr/>
      </p:nvGrpSpPr>
      <p:grpSpPr>
        <a:xfrm>
          <a:off x="0" y="0"/>
          <a:ext cx="0" cy="0"/>
          <a:chOff x="0" y="0"/>
          <a:chExt cx="0" cy="0"/>
        </a:xfrm>
      </p:grpSpPr>
      <p:sp>
        <p:nvSpPr>
          <p:cNvPr id="162" name="Google Shape;162;p33"/>
          <p:cNvSpPr/>
          <p:nvPr>
            <p:ph idx="2" type="pic"/>
          </p:nvPr>
        </p:nvSpPr>
        <p:spPr>
          <a:xfrm>
            <a:off x="311700" y="445025"/>
            <a:ext cx="8520600" cy="4218300"/>
          </a:xfrm>
          <a:prstGeom prst="rect">
            <a:avLst/>
          </a:prstGeom>
          <a:noFill/>
          <a:ln>
            <a:noFill/>
          </a:ln>
        </p:spPr>
      </p:sp>
      <p:sp>
        <p:nvSpPr>
          <p:cNvPr id="163" name="Google Shape;163;p33"/>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164" name="Shape 164"/>
        <p:cNvGrpSpPr/>
        <p:nvPr/>
      </p:nvGrpSpPr>
      <p:grpSpPr>
        <a:xfrm>
          <a:off x="0" y="0"/>
          <a:ext cx="0" cy="0"/>
          <a:chOff x="0" y="0"/>
          <a:chExt cx="0" cy="0"/>
        </a:xfrm>
      </p:grpSpPr>
      <p:sp>
        <p:nvSpPr>
          <p:cNvPr id="165" name="Google Shape;165;p34"/>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66" name="Google Shape;166;p34"/>
          <p:cNvSpPr/>
          <p:nvPr>
            <p:ph idx="2" type="pic"/>
          </p:nvPr>
        </p:nvSpPr>
        <p:spPr>
          <a:xfrm>
            <a:off x="3389600" y="118913"/>
            <a:ext cx="1643700" cy="1535100"/>
          </a:xfrm>
          <a:prstGeom prst="rect">
            <a:avLst/>
          </a:prstGeom>
          <a:noFill/>
          <a:ln>
            <a:noFill/>
          </a:ln>
        </p:spPr>
      </p:sp>
      <p:sp>
        <p:nvSpPr>
          <p:cNvPr id="167" name="Google Shape;167;p34"/>
          <p:cNvSpPr/>
          <p:nvPr>
            <p:ph idx="3" type="pic"/>
          </p:nvPr>
        </p:nvSpPr>
        <p:spPr>
          <a:xfrm>
            <a:off x="5195935" y="118913"/>
            <a:ext cx="1643700" cy="1535100"/>
          </a:xfrm>
          <a:prstGeom prst="rect">
            <a:avLst/>
          </a:prstGeom>
          <a:noFill/>
          <a:ln>
            <a:noFill/>
          </a:ln>
        </p:spPr>
      </p:sp>
      <p:sp>
        <p:nvSpPr>
          <p:cNvPr id="168" name="Google Shape;168;p34"/>
          <p:cNvSpPr/>
          <p:nvPr>
            <p:ph idx="4" type="pic"/>
          </p:nvPr>
        </p:nvSpPr>
        <p:spPr>
          <a:xfrm>
            <a:off x="7002270" y="118913"/>
            <a:ext cx="1643700" cy="1535100"/>
          </a:xfrm>
          <a:prstGeom prst="rect">
            <a:avLst/>
          </a:prstGeom>
          <a:noFill/>
          <a:ln>
            <a:noFill/>
          </a:ln>
        </p:spPr>
      </p:sp>
      <p:sp>
        <p:nvSpPr>
          <p:cNvPr id="169" name="Google Shape;169;p34"/>
          <p:cNvSpPr/>
          <p:nvPr>
            <p:ph idx="5" type="pic"/>
          </p:nvPr>
        </p:nvSpPr>
        <p:spPr>
          <a:xfrm>
            <a:off x="3389588" y="1804212"/>
            <a:ext cx="1643700" cy="1535100"/>
          </a:xfrm>
          <a:prstGeom prst="rect">
            <a:avLst/>
          </a:prstGeom>
          <a:noFill/>
          <a:ln>
            <a:noFill/>
          </a:ln>
        </p:spPr>
      </p:sp>
      <p:sp>
        <p:nvSpPr>
          <p:cNvPr id="170" name="Google Shape;170;p34"/>
          <p:cNvSpPr/>
          <p:nvPr>
            <p:ph idx="6" type="pic"/>
          </p:nvPr>
        </p:nvSpPr>
        <p:spPr>
          <a:xfrm>
            <a:off x="5195922" y="1804212"/>
            <a:ext cx="1643700" cy="1535100"/>
          </a:xfrm>
          <a:prstGeom prst="rect">
            <a:avLst/>
          </a:prstGeom>
          <a:noFill/>
          <a:ln>
            <a:noFill/>
          </a:ln>
        </p:spPr>
      </p:sp>
      <p:sp>
        <p:nvSpPr>
          <p:cNvPr id="171" name="Google Shape;171;p34"/>
          <p:cNvSpPr/>
          <p:nvPr>
            <p:ph idx="7" type="pic"/>
          </p:nvPr>
        </p:nvSpPr>
        <p:spPr>
          <a:xfrm>
            <a:off x="7002257" y="1804212"/>
            <a:ext cx="1643700" cy="1535100"/>
          </a:xfrm>
          <a:prstGeom prst="rect">
            <a:avLst/>
          </a:prstGeom>
          <a:noFill/>
          <a:ln>
            <a:noFill/>
          </a:ln>
        </p:spPr>
      </p:sp>
      <p:sp>
        <p:nvSpPr>
          <p:cNvPr id="172" name="Google Shape;172;p34"/>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3" name="Google Shape;173;p34"/>
          <p:cNvSpPr/>
          <p:nvPr>
            <p:ph idx="8" type="pic"/>
          </p:nvPr>
        </p:nvSpPr>
        <p:spPr>
          <a:xfrm>
            <a:off x="3389588" y="3489487"/>
            <a:ext cx="1643700" cy="1535100"/>
          </a:xfrm>
          <a:prstGeom prst="rect">
            <a:avLst/>
          </a:prstGeom>
          <a:noFill/>
          <a:ln>
            <a:noFill/>
          </a:ln>
        </p:spPr>
      </p:sp>
      <p:sp>
        <p:nvSpPr>
          <p:cNvPr id="174" name="Google Shape;174;p34"/>
          <p:cNvSpPr/>
          <p:nvPr>
            <p:ph idx="9" type="pic"/>
          </p:nvPr>
        </p:nvSpPr>
        <p:spPr>
          <a:xfrm>
            <a:off x="5195922" y="3489487"/>
            <a:ext cx="1643700" cy="1535100"/>
          </a:xfrm>
          <a:prstGeom prst="rect">
            <a:avLst/>
          </a:prstGeom>
          <a:noFill/>
          <a:ln>
            <a:noFill/>
          </a:ln>
        </p:spPr>
      </p:sp>
      <p:sp>
        <p:nvSpPr>
          <p:cNvPr id="175" name="Google Shape;175;p34"/>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BLANK_1">
    <p:spTree>
      <p:nvGrpSpPr>
        <p:cNvPr id="176" name="Shape 176"/>
        <p:cNvGrpSpPr/>
        <p:nvPr/>
      </p:nvGrpSpPr>
      <p:grpSpPr>
        <a:xfrm>
          <a:off x="0" y="0"/>
          <a:ext cx="0" cy="0"/>
          <a:chOff x="0" y="0"/>
          <a:chExt cx="0" cy="0"/>
        </a:xfrm>
      </p:grpSpPr>
      <p:sp>
        <p:nvSpPr>
          <p:cNvPr id="177" name="Google Shape;177;p35"/>
          <p:cNvSpPr txBox="1"/>
          <p:nvPr>
            <p:ph type="title"/>
          </p:nvPr>
        </p:nvSpPr>
        <p:spPr>
          <a:xfrm>
            <a:off x="697350" y="2932550"/>
            <a:ext cx="7749300" cy="1015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3600"/>
              <a:buFont typeface="Hepta Slab Medium"/>
              <a:buNone/>
              <a:defRPr>
                <a:latin typeface="Hepta Slab Medium"/>
                <a:ea typeface="Hepta Slab Medium"/>
                <a:cs typeface="Hepta Slab Medium"/>
                <a:sym typeface="Hepta Slab Medium"/>
              </a:defRPr>
            </a:lvl1pPr>
            <a:lvl2pPr lvl="1"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2pPr>
            <a:lvl3pPr lvl="2"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3pPr>
            <a:lvl4pPr lvl="3"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4pPr>
            <a:lvl5pPr lvl="4"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5pPr>
            <a:lvl6pPr lvl="5"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6pPr>
            <a:lvl7pPr lvl="6"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7pPr>
            <a:lvl8pPr lvl="7"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8pPr>
            <a:lvl9pPr lvl="8"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9pPr>
          </a:lstStyle>
          <a:p/>
        </p:txBody>
      </p:sp>
      <p:sp>
        <p:nvSpPr>
          <p:cNvPr id="178" name="Google Shape;178;p35"/>
          <p:cNvSpPr txBox="1"/>
          <p:nvPr>
            <p:ph idx="2" type="title"/>
          </p:nvPr>
        </p:nvSpPr>
        <p:spPr>
          <a:xfrm>
            <a:off x="3278250" y="1194450"/>
            <a:ext cx="2587500" cy="1992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4"/>
              </a:buClr>
              <a:buSzPts val="12800"/>
              <a:buNone/>
              <a:defRPr sz="12800">
                <a:solidFill>
                  <a:schemeClr val="accent4"/>
                </a:solidFill>
              </a:defRPr>
            </a:lvl1pPr>
            <a:lvl2pPr lvl="1"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2pPr>
            <a:lvl3pPr lvl="2"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3pPr>
            <a:lvl4pPr lvl="3"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4pPr>
            <a:lvl5pPr lvl="4"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5pPr>
            <a:lvl6pPr lvl="5"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6pPr>
            <a:lvl7pPr lvl="6"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7pPr>
            <a:lvl8pPr lvl="7"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8pPr>
            <a:lvl9pPr lvl="8"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9pPr>
          </a:lstStyle>
          <a:p/>
        </p:txBody>
      </p:sp>
      <p:sp>
        <p:nvSpPr>
          <p:cNvPr id="179" name="Google Shape;179;p3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37">
          <p15:clr>
            <a:srgbClr val="E46962"/>
          </p15:clr>
        </p15:guide>
      </p15:sldGuideLst>
    </p:ext>
  </p:extLs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secHead">
  <p:cSld name="SECTION_HEADER">
    <p:spTree>
      <p:nvGrpSpPr>
        <p:cNvPr id="180" name="Shape 180"/>
        <p:cNvGrpSpPr/>
        <p:nvPr/>
      </p:nvGrpSpPr>
      <p:grpSpPr>
        <a:xfrm>
          <a:off x="0" y="0"/>
          <a:ext cx="0" cy="0"/>
          <a:chOff x="0" y="0"/>
          <a:chExt cx="0" cy="0"/>
        </a:xfrm>
      </p:grpSpPr>
      <p:sp>
        <p:nvSpPr>
          <p:cNvPr id="181" name="Google Shape;181;p36"/>
          <p:cNvSpPr txBox="1"/>
          <p:nvPr>
            <p:ph type="title"/>
          </p:nvPr>
        </p:nvSpPr>
        <p:spPr>
          <a:xfrm>
            <a:off x="632850" y="1124700"/>
            <a:ext cx="7878300" cy="17415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5400"/>
              <a:buFont typeface="Hepta Slab"/>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2" name="Google Shape;182;p36"/>
          <p:cNvSpPr txBox="1"/>
          <p:nvPr>
            <p:ph idx="1" type="body"/>
          </p:nvPr>
        </p:nvSpPr>
        <p:spPr>
          <a:xfrm>
            <a:off x="4064100" y="4335200"/>
            <a:ext cx="1015800" cy="266100"/>
          </a:xfrm>
          <a:prstGeom prst="rect">
            <a:avLst/>
          </a:prstGeom>
          <a:ln cap="flat" cmpd="sng" w="9525">
            <a:solidFill>
              <a:schemeClr val="dk1"/>
            </a:solidFill>
            <a:prstDash val="solid"/>
            <a:round/>
            <a:headEnd len="sm" w="sm" type="none"/>
            <a:tailEnd len="sm" w="sm" type="none"/>
          </a:ln>
        </p:spPr>
        <p:txBody>
          <a:bodyPr anchorCtr="0" anchor="ctr" bIns="0" lIns="0" spcFirstLastPara="1" rIns="0" wrap="square" tIns="0">
            <a:noAutofit/>
          </a:bodyPr>
          <a:lstStyle>
            <a:lvl1pPr indent="-298450" lvl="0" marL="457200">
              <a:spcBef>
                <a:spcPts val="0"/>
              </a:spcBef>
              <a:spcAft>
                <a:spcPts val="0"/>
              </a:spcAft>
              <a:buSzPts val="1100"/>
              <a:buFont typeface="Barlow Medium"/>
              <a:buChar char="●"/>
              <a:defRPr sz="1100">
                <a:latin typeface="Barlow Medium"/>
                <a:ea typeface="Barlow Medium"/>
                <a:cs typeface="Barlow Medium"/>
                <a:sym typeface="Barlow Medium"/>
              </a:defRPr>
            </a:lvl1pPr>
            <a:lvl2pPr indent="-298450" lvl="1" marL="914400">
              <a:spcBef>
                <a:spcPts val="0"/>
              </a:spcBef>
              <a:spcAft>
                <a:spcPts val="0"/>
              </a:spcAft>
              <a:buSzPts val="1100"/>
              <a:buFont typeface="Barlow Medium"/>
              <a:buChar char="○"/>
              <a:defRPr sz="1100">
                <a:latin typeface="Barlow Medium"/>
                <a:ea typeface="Barlow Medium"/>
                <a:cs typeface="Barlow Medium"/>
                <a:sym typeface="Barlow Medium"/>
              </a:defRPr>
            </a:lvl2pPr>
            <a:lvl3pPr indent="-298450" lvl="2" marL="1371600">
              <a:spcBef>
                <a:spcPts val="0"/>
              </a:spcBef>
              <a:spcAft>
                <a:spcPts val="0"/>
              </a:spcAft>
              <a:buSzPts val="1100"/>
              <a:buFont typeface="Barlow Medium"/>
              <a:buChar char="■"/>
              <a:defRPr sz="1100">
                <a:latin typeface="Barlow Medium"/>
                <a:ea typeface="Barlow Medium"/>
                <a:cs typeface="Barlow Medium"/>
                <a:sym typeface="Barlow Medium"/>
              </a:defRPr>
            </a:lvl3pPr>
            <a:lvl4pPr indent="-298450" lvl="3" marL="1828800">
              <a:spcBef>
                <a:spcPts val="0"/>
              </a:spcBef>
              <a:spcAft>
                <a:spcPts val="0"/>
              </a:spcAft>
              <a:buSzPts val="1100"/>
              <a:buFont typeface="Barlow Medium"/>
              <a:buChar char="●"/>
              <a:defRPr sz="1100">
                <a:latin typeface="Barlow Medium"/>
                <a:ea typeface="Barlow Medium"/>
                <a:cs typeface="Barlow Medium"/>
                <a:sym typeface="Barlow Medium"/>
              </a:defRPr>
            </a:lvl4pPr>
            <a:lvl5pPr indent="-298450" lvl="4" marL="2286000">
              <a:spcBef>
                <a:spcPts val="0"/>
              </a:spcBef>
              <a:spcAft>
                <a:spcPts val="0"/>
              </a:spcAft>
              <a:buSzPts val="1100"/>
              <a:buFont typeface="Barlow Medium"/>
              <a:buChar char="○"/>
              <a:defRPr>
                <a:latin typeface="Barlow Medium"/>
                <a:ea typeface="Barlow Medium"/>
                <a:cs typeface="Barlow Medium"/>
                <a:sym typeface="Barlow Medium"/>
              </a:defRPr>
            </a:lvl5pPr>
            <a:lvl6pPr indent="-298450" lvl="5" marL="2743200">
              <a:spcBef>
                <a:spcPts val="0"/>
              </a:spcBef>
              <a:spcAft>
                <a:spcPts val="0"/>
              </a:spcAft>
              <a:buSzPts val="1100"/>
              <a:buFont typeface="Barlow Medium"/>
              <a:buChar char="■"/>
              <a:defRPr sz="1100">
                <a:latin typeface="Barlow Medium"/>
                <a:ea typeface="Barlow Medium"/>
                <a:cs typeface="Barlow Medium"/>
                <a:sym typeface="Barlow Medium"/>
              </a:defRPr>
            </a:lvl6pPr>
            <a:lvl7pPr indent="-298450" lvl="6" marL="3200400">
              <a:spcBef>
                <a:spcPts val="0"/>
              </a:spcBef>
              <a:spcAft>
                <a:spcPts val="0"/>
              </a:spcAft>
              <a:buSzPts val="1100"/>
              <a:buFont typeface="Barlow Medium"/>
              <a:buChar char="●"/>
              <a:defRPr sz="1100">
                <a:latin typeface="Barlow Medium"/>
                <a:ea typeface="Barlow Medium"/>
                <a:cs typeface="Barlow Medium"/>
                <a:sym typeface="Barlow Medium"/>
              </a:defRPr>
            </a:lvl7pPr>
            <a:lvl8pPr indent="-298450" lvl="7" marL="3657600">
              <a:spcBef>
                <a:spcPts val="0"/>
              </a:spcBef>
              <a:spcAft>
                <a:spcPts val="0"/>
              </a:spcAft>
              <a:buSzPts val="1100"/>
              <a:buFont typeface="Barlow Medium"/>
              <a:buChar char="○"/>
              <a:defRPr sz="1100">
                <a:latin typeface="Barlow Medium"/>
                <a:ea typeface="Barlow Medium"/>
                <a:cs typeface="Barlow Medium"/>
                <a:sym typeface="Barlow Medium"/>
              </a:defRPr>
            </a:lvl8pPr>
            <a:lvl9pPr indent="-298450" lvl="8" marL="4114800">
              <a:spcBef>
                <a:spcPts val="0"/>
              </a:spcBef>
              <a:spcAft>
                <a:spcPts val="0"/>
              </a:spcAft>
              <a:buSzPts val="1100"/>
              <a:buFont typeface="Barlow Medium"/>
              <a:buChar char="■"/>
              <a:defRPr sz="1100">
                <a:latin typeface="Barlow Medium"/>
                <a:ea typeface="Barlow Medium"/>
                <a:cs typeface="Barlow Medium"/>
                <a:sym typeface="Barlow Medium"/>
              </a:defRPr>
            </a:lvl9pPr>
          </a:lstStyle>
          <a:p/>
        </p:txBody>
      </p:sp>
      <p:sp>
        <p:nvSpPr>
          <p:cNvPr id="183" name="Google Shape;183;p36"/>
          <p:cNvSpPr txBox="1"/>
          <p:nvPr>
            <p:ph idx="2" type="subTitle"/>
          </p:nvPr>
        </p:nvSpPr>
        <p:spPr>
          <a:xfrm>
            <a:off x="2857500" y="2902000"/>
            <a:ext cx="3765600" cy="934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2"/>
              </a:buClr>
              <a:buSzPts val="2600"/>
              <a:buNone/>
              <a:defRPr sz="2600">
                <a:solidFill>
                  <a:schemeClr val="dk2"/>
                </a:solidFill>
              </a:defRPr>
            </a:lvl1pPr>
            <a:lvl2pPr lvl="1">
              <a:spcBef>
                <a:spcPts val="0"/>
              </a:spcBef>
              <a:spcAft>
                <a:spcPts val="0"/>
              </a:spcAft>
              <a:buSzPts val="1400"/>
              <a:buNone/>
              <a:defRPr>
                <a:latin typeface="Barlow Light"/>
                <a:ea typeface="Barlow Light"/>
                <a:cs typeface="Barlow Light"/>
                <a:sym typeface="Barlow Light"/>
              </a:defRPr>
            </a:lvl2pPr>
            <a:lvl3pPr lvl="2">
              <a:spcBef>
                <a:spcPts val="0"/>
              </a:spcBef>
              <a:spcAft>
                <a:spcPts val="0"/>
              </a:spcAft>
              <a:buSzPts val="1400"/>
              <a:buNone/>
              <a:defRPr>
                <a:latin typeface="Barlow Light"/>
                <a:ea typeface="Barlow Light"/>
                <a:cs typeface="Barlow Light"/>
                <a:sym typeface="Barlow Light"/>
              </a:defRPr>
            </a:lvl3pPr>
            <a:lvl4pPr lvl="3">
              <a:spcBef>
                <a:spcPts val="0"/>
              </a:spcBef>
              <a:spcAft>
                <a:spcPts val="0"/>
              </a:spcAft>
              <a:buSzPts val="1400"/>
              <a:buNone/>
              <a:defRPr>
                <a:latin typeface="Barlow Light"/>
                <a:ea typeface="Barlow Light"/>
                <a:cs typeface="Barlow Light"/>
                <a:sym typeface="Barlow Light"/>
              </a:defRPr>
            </a:lvl4pPr>
            <a:lvl5pPr lvl="4">
              <a:spcBef>
                <a:spcPts val="0"/>
              </a:spcBef>
              <a:spcAft>
                <a:spcPts val="0"/>
              </a:spcAft>
              <a:buSzPts val="1400"/>
              <a:buNone/>
              <a:defRPr>
                <a:latin typeface="Barlow Light"/>
                <a:ea typeface="Barlow Light"/>
                <a:cs typeface="Barlow Light"/>
                <a:sym typeface="Barlow Light"/>
              </a:defRPr>
            </a:lvl5pPr>
            <a:lvl6pPr lvl="5">
              <a:spcBef>
                <a:spcPts val="0"/>
              </a:spcBef>
              <a:spcAft>
                <a:spcPts val="0"/>
              </a:spcAft>
              <a:buSzPts val="1400"/>
              <a:buNone/>
              <a:defRPr>
                <a:latin typeface="Barlow Light"/>
                <a:ea typeface="Barlow Light"/>
                <a:cs typeface="Barlow Light"/>
                <a:sym typeface="Barlow Light"/>
              </a:defRPr>
            </a:lvl6pPr>
            <a:lvl7pPr lvl="6">
              <a:spcBef>
                <a:spcPts val="0"/>
              </a:spcBef>
              <a:spcAft>
                <a:spcPts val="0"/>
              </a:spcAft>
              <a:buSzPts val="1400"/>
              <a:buNone/>
              <a:defRPr>
                <a:latin typeface="Barlow Light"/>
                <a:ea typeface="Barlow Light"/>
                <a:cs typeface="Barlow Light"/>
                <a:sym typeface="Barlow Light"/>
              </a:defRPr>
            </a:lvl7pPr>
            <a:lvl8pPr lvl="7">
              <a:spcBef>
                <a:spcPts val="0"/>
              </a:spcBef>
              <a:spcAft>
                <a:spcPts val="0"/>
              </a:spcAft>
              <a:buSzPts val="1400"/>
              <a:buNone/>
              <a:defRPr>
                <a:latin typeface="Barlow Light"/>
                <a:ea typeface="Barlow Light"/>
                <a:cs typeface="Barlow Light"/>
                <a:sym typeface="Barlow Light"/>
              </a:defRPr>
            </a:lvl8pPr>
            <a:lvl9pPr lvl="8">
              <a:spcBef>
                <a:spcPts val="0"/>
              </a:spcBef>
              <a:spcAft>
                <a:spcPts val="0"/>
              </a:spcAft>
              <a:buSzPts val="1400"/>
              <a:buNone/>
              <a:defRPr>
                <a:latin typeface="Barlow Light"/>
                <a:ea typeface="Barlow Light"/>
                <a:cs typeface="Barlow Light"/>
                <a:sym typeface="Barlow Light"/>
              </a:defRPr>
            </a:lvl9pPr>
          </a:lstStyle>
          <a:p/>
        </p:txBody>
      </p:sp>
      <p:sp>
        <p:nvSpPr>
          <p:cNvPr id="184" name="Google Shape;184;p3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atin typeface="Barlow Medium"/>
                <a:ea typeface="Barlow Medium"/>
                <a:cs typeface="Barlow Medium"/>
                <a:sym typeface="Barlow Medium"/>
              </a:defRPr>
            </a:lvl1pPr>
            <a:lvl2pPr lvl="1">
              <a:buNone/>
              <a:defRPr>
                <a:latin typeface="Barlow Medium"/>
                <a:ea typeface="Barlow Medium"/>
                <a:cs typeface="Barlow Medium"/>
                <a:sym typeface="Barlow Medium"/>
              </a:defRPr>
            </a:lvl2pPr>
            <a:lvl3pPr lvl="2">
              <a:buNone/>
              <a:defRPr>
                <a:latin typeface="Barlow Medium"/>
                <a:ea typeface="Barlow Medium"/>
                <a:cs typeface="Barlow Medium"/>
                <a:sym typeface="Barlow Medium"/>
              </a:defRPr>
            </a:lvl3pPr>
            <a:lvl4pPr lvl="3">
              <a:buNone/>
              <a:defRPr>
                <a:latin typeface="Barlow Medium"/>
                <a:ea typeface="Barlow Medium"/>
                <a:cs typeface="Barlow Medium"/>
                <a:sym typeface="Barlow Medium"/>
              </a:defRPr>
            </a:lvl4pPr>
            <a:lvl5pPr lvl="4">
              <a:buNone/>
              <a:defRPr>
                <a:latin typeface="Barlow Medium"/>
                <a:ea typeface="Barlow Medium"/>
                <a:cs typeface="Barlow Medium"/>
                <a:sym typeface="Barlow Medium"/>
              </a:defRPr>
            </a:lvl5pPr>
            <a:lvl6pPr lvl="5">
              <a:buNone/>
              <a:defRPr>
                <a:latin typeface="Barlow Medium"/>
                <a:ea typeface="Barlow Medium"/>
                <a:cs typeface="Barlow Medium"/>
                <a:sym typeface="Barlow Medium"/>
              </a:defRPr>
            </a:lvl6pPr>
            <a:lvl7pPr lvl="6">
              <a:buNone/>
              <a:defRPr>
                <a:latin typeface="Barlow Medium"/>
                <a:ea typeface="Barlow Medium"/>
                <a:cs typeface="Barlow Medium"/>
                <a:sym typeface="Barlow Medium"/>
              </a:defRPr>
            </a:lvl7pPr>
            <a:lvl8pPr lvl="7">
              <a:buNone/>
              <a:defRPr>
                <a:latin typeface="Barlow Medium"/>
                <a:ea typeface="Barlow Medium"/>
                <a:cs typeface="Barlow Medium"/>
                <a:sym typeface="Barlow Medium"/>
              </a:defRPr>
            </a:lvl8pPr>
            <a:lvl9pPr lvl="8">
              <a:buNone/>
              <a:defRPr>
                <a:latin typeface="Barlow Medium"/>
                <a:ea typeface="Barlow Medium"/>
                <a:cs typeface="Barlow Medium"/>
                <a:sym typeface="Barlow Medium"/>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Content" type="tx">
  <p:cSld name="TITLE_AND_BODY">
    <p:bg>
      <p:bgPr>
        <a:solidFill>
          <a:schemeClr val="accent4"/>
        </a:solidFill>
      </p:bgPr>
    </p:bg>
    <p:spTree>
      <p:nvGrpSpPr>
        <p:cNvPr id="185" name="Shape 185"/>
        <p:cNvGrpSpPr/>
        <p:nvPr/>
      </p:nvGrpSpPr>
      <p:grpSpPr>
        <a:xfrm>
          <a:off x="0" y="0"/>
          <a:ext cx="0" cy="0"/>
          <a:chOff x="0" y="0"/>
          <a:chExt cx="0" cy="0"/>
        </a:xfrm>
      </p:grpSpPr>
      <p:sp>
        <p:nvSpPr>
          <p:cNvPr id="186" name="Google Shape;186;p37"/>
          <p:cNvSpPr txBox="1"/>
          <p:nvPr>
            <p:ph idx="1" type="subTitle"/>
          </p:nvPr>
        </p:nvSpPr>
        <p:spPr>
          <a:xfrm>
            <a:off x="475075" y="309225"/>
            <a:ext cx="3655200" cy="35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2pPr>
            <a:lvl3pPr lvl="2">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3pPr>
            <a:lvl4pPr lvl="3">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4pPr>
            <a:lvl5pPr lvl="4">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5pPr>
            <a:lvl6pPr lvl="5">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6pPr>
            <a:lvl7pPr lvl="6">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7pPr>
            <a:lvl8pPr lvl="7">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8pPr>
            <a:lvl9pPr lvl="8">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9pPr>
          </a:lstStyle>
          <a:p/>
        </p:txBody>
      </p:sp>
      <p:sp>
        <p:nvSpPr>
          <p:cNvPr id="187" name="Google Shape;187;p37"/>
          <p:cNvSpPr txBox="1"/>
          <p:nvPr>
            <p:ph idx="2" type="body"/>
          </p:nvPr>
        </p:nvSpPr>
        <p:spPr>
          <a:xfrm>
            <a:off x="711097" y="980554"/>
            <a:ext cx="926100" cy="474000"/>
          </a:xfrm>
          <a:prstGeom prst="rect">
            <a:avLst/>
          </a:prstGeom>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188" name="Google Shape;188;p37"/>
          <p:cNvSpPr txBox="1"/>
          <p:nvPr>
            <p:ph idx="3" type="subTitle"/>
          </p:nvPr>
        </p:nvSpPr>
        <p:spPr>
          <a:xfrm>
            <a:off x="1699221" y="980279"/>
            <a:ext cx="2362200" cy="474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189" name="Google Shape;189;p37"/>
          <p:cNvSpPr txBox="1"/>
          <p:nvPr>
            <p:ph idx="4" type="body"/>
          </p:nvPr>
        </p:nvSpPr>
        <p:spPr>
          <a:xfrm>
            <a:off x="2285797" y="1226054"/>
            <a:ext cx="1775700" cy="1108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90" name="Google Shape;190;p37"/>
          <p:cNvSpPr txBox="1"/>
          <p:nvPr>
            <p:ph idx="5" type="body"/>
          </p:nvPr>
        </p:nvSpPr>
        <p:spPr>
          <a:xfrm>
            <a:off x="711097" y="2222666"/>
            <a:ext cx="926100" cy="474000"/>
          </a:xfrm>
          <a:prstGeom prst="rect">
            <a:avLst/>
          </a:prstGeom>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191" name="Google Shape;191;p37"/>
          <p:cNvSpPr txBox="1"/>
          <p:nvPr>
            <p:ph idx="6" type="subTitle"/>
          </p:nvPr>
        </p:nvSpPr>
        <p:spPr>
          <a:xfrm>
            <a:off x="1699221" y="2222391"/>
            <a:ext cx="2362200" cy="474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192" name="Google Shape;192;p37"/>
          <p:cNvSpPr txBox="1"/>
          <p:nvPr>
            <p:ph idx="7" type="body"/>
          </p:nvPr>
        </p:nvSpPr>
        <p:spPr>
          <a:xfrm>
            <a:off x="2285797" y="2468166"/>
            <a:ext cx="1775700" cy="8430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93" name="Google Shape;193;p37"/>
          <p:cNvSpPr txBox="1"/>
          <p:nvPr>
            <p:ph idx="8" type="body"/>
          </p:nvPr>
        </p:nvSpPr>
        <p:spPr>
          <a:xfrm>
            <a:off x="711097" y="3219093"/>
            <a:ext cx="926100" cy="474000"/>
          </a:xfrm>
          <a:prstGeom prst="rect">
            <a:avLst/>
          </a:prstGeom>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194" name="Google Shape;194;p37"/>
          <p:cNvSpPr txBox="1"/>
          <p:nvPr>
            <p:ph idx="9" type="subTitle"/>
          </p:nvPr>
        </p:nvSpPr>
        <p:spPr>
          <a:xfrm>
            <a:off x="1699221" y="3218818"/>
            <a:ext cx="2362200" cy="474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195" name="Google Shape;195;p37"/>
          <p:cNvSpPr txBox="1"/>
          <p:nvPr>
            <p:ph idx="13" type="body"/>
          </p:nvPr>
        </p:nvSpPr>
        <p:spPr>
          <a:xfrm>
            <a:off x="2285797" y="3464593"/>
            <a:ext cx="1775700" cy="8430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96" name="Google Shape;196;p37"/>
          <p:cNvSpPr txBox="1"/>
          <p:nvPr>
            <p:ph idx="14" type="body"/>
          </p:nvPr>
        </p:nvSpPr>
        <p:spPr>
          <a:xfrm>
            <a:off x="4746581" y="980554"/>
            <a:ext cx="926100" cy="474000"/>
          </a:xfrm>
          <a:prstGeom prst="rect">
            <a:avLst/>
          </a:prstGeom>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197" name="Google Shape;197;p37"/>
          <p:cNvSpPr txBox="1"/>
          <p:nvPr>
            <p:ph idx="15" type="subTitle"/>
          </p:nvPr>
        </p:nvSpPr>
        <p:spPr>
          <a:xfrm>
            <a:off x="5734705" y="980279"/>
            <a:ext cx="2362200" cy="474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198" name="Google Shape;198;p37"/>
          <p:cNvSpPr txBox="1"/>
          <p:nvPr>
            <p:ph idx="16" type="body"/>
          </p:nvPr>
        </p:nvSpPr>
        <p:spPr>
          <a:xfrm>
            <a:off x="6321281" y="1226054"/>
            <a:ext cx="1775700" cy="1108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99" name="Google Shape;199;p37"/>
          <p:cNvSpPr txBox="1"/>
          <p:nvPr>
            <p:ph idx="17" type="body"/>
          </p:nvPr>
        </p:nvSpPr>
        <p:spPr>
          <a:xfrm>
            <a:off x="4746581" y="2222666"/>
            <a:ext cx="926100" cy="474000"/>
          </a:xfrm>
          <a:prstGeom prst="rect">
            <a:avLst/>
          </a:prstGeom>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200" name="Google Shape;200;p37"/>
          <p:cNvSpPr txBox="1"/>
          <p:nvPr>
            <p:ph idx="18" type="subTitle"/>
          </p:nvPr>
        </p:nvSpPr>
        <p:spPr>
          <a:xfrm>
            <a:off x="5734705" y="2222391"/>
            <a:ext cx="2362200" cy="474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201" name="Google Shape;201;p37"/>
          <p:cNvSpPr txBox="1"/>
          <p:nvPr>
            <p:ph idx="19" type="body"/>
          </p:nvPr>
        </p:nvSpPr>
        <p:spPr>
          <a:xfrm>
            <a:off x="6321281" y="2468166"/>
            <a:ext cx="1775700" cy="8430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202" name="Google Shape;202;p37"/>
          <p:cNvSpPr txBox="1"/>
          <p:nvPr>
            <p:ph idx="20" type="body"/>
          </p:nvPr>
        </p:nvSpPr>
        <p:spPr>
          <a:xfrm>
            <a:off x="4746581" y="3219093"/>
            <a:ext cx="926100" cy="474000"/>
          </a:xfrm>
          <a:prstGeom prst="rect">
            <a:avLst/>
          </a:prstGeom>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203" name="Google Shape;203;p37"/>
          <p:cNvSpPr txBox="1"/>
          <p:nvPr>
            <p:ph idx="21" type="subTitle"/>
          </p:nvPr>
        </p:nvSpPr>
        <p:spPr>
          <a:xfrm>
            <a:off x="5734705" y="3218818"/>
            <a:ext cx="2362200" cy="474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204" name="Google Shape;204;p37"/>
          <p:cNvSpPr txBox="1"/>
          <p:nvPr>
            <p:ph idx="22" type="body"/>
          </p:nvPr>
        </p:nvSpPr>
        <p:spPr>
          <a:xfrm>
            <a:off x="6321281" y="3464593"/>
            <a:ext cx="1775700" cy="8430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205" name="Google Shape;205;p37"/>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3"/>
                </a:solidFill>
              </a:defRPr>
            </a:lvl1pPr>
            <a:lvl2pPr lvl="1" rtl="0">
              <a:buNone/>
              <a:defRPr sz="1100">
                <a:solidFill>
                  <a:schemeClr val="accent3"/>
                </a:solidFill>
              </a:defRPr>
            </a:lvl2pPr>
            <a:lvl3pPr lvl="2" rtl="0">
              <a:buNone/>
              <a:defRPr sz="1100">
                <a:solidFill>
                  <a:schemeClr val="accent3"/>
                </a:solidFill>
              </a:defRPr>
            </a:lvl3pPr>
            <a:lvl4pPr lvl="3" rtl="0">
              <a:buNone/>
              <a:defRPr sz="1100">
                <a:solidFill>
                  <a:schemeClr val="accent3"/>
                </a:solidFill>
              </a:defRPr>
            </a:lvl4pPr>
            <a:lvl5pPr lvl="4" rtl="0">
              <a:buNone/>
              <a:defRPr sz="1100">
                <a:solidFill>
                  <a:schemeClr val="accent3"/>
                </a:solidFill>
              </a:defRPr>
            </a:lvl5pPr>
            <a:lvl6pPr lvl="5" rtl="0">
              <a:buNone/>
              <a:defRPr sz="1100">
                <a:solidFill>
                  <a:schemeClr val="accent3"/>
                </a:solidFill>
              </a:defRPr>
            </a:lvl6pPr>
            <a:lvl7pPr lvl="6" rtl="0">
              <a:buNone/>
              <a:defRPr sz="1100">
                <a:solidFill>
                  <a:schemeClr val="accent3"/>
                </a:solidFill>
              </a:defRPr>
            </a:lvl7pPr>
            <a:lvl8pPr lvl="7" rtl="0">
              <a:buNone/>
              <a:defRPr sz="1100">
                <a:solidFill>
                  <a:schemeClr val="accent3"/>
                </a:solidFill>
              </a:defRPr>
            </a:lvl8pPr>
            <a:lvl9pPr lvl="8" rtl="0">
              <a:buNone/>
              <a:defRPr sz="11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60">
          <p15:clr>
            <a:srgbClr val="E46962"/>
          </p15:clr>
        </p15:guide>
        <p15:guide id="2" orient="horz" pos="360">
          <p15:clr>
            <a:srgbClr val="E46962"/>
          </p15:clr>
        </p15:guide>
        <p15:guide id="3" orient="horz" pos="1048">
          <p15:clr>
            <a:srgbClr val="E46962"/>
          </p15:clr>
        </p15:guide>
      </p15:sldGuideLst>
    </p:ext>
  </p:extLs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type="twoColTx">
  <p:cSld name="TITLE_AND_TWO_COLUMNS">
    <p:bg>
      <p:bgPr>
        <a:solidFill>
          <a:schemeClr val="dk1"/>
        </a:solidFill>
      </p:bgPr>
    </p:bg>
    <p:spTree>
      <p:nvGrpSpPr>
        <p:cNvPr id="206" name="Shape 206"/>
        <p:cNvGrpSpPr/>
        <p:nvPr/>
      </p:nvGrpSpPr>
      <p:grpSpPr>
        <a:xfrm>
          <a:off x="0" y="0"/>
          <a:ext cx="0" cy="0"/>
          <a:chOff x="0" y="0"/>
          <a:chExt cx="0" cy="0"/>
        </a:xfrm>
      </p:grpSpPr>
      <p:sp>
        <p:nvSpPr>
          <p:cNvPr id="207" name="Google Shape;207;p38"/>
          <p:cNvSpPr/>
          <p:nvPr/>
        </p:nvSpPr>
        <p:spPr>
          <a:xfrm>
            <a:off x="0" y="0"/>
            <a:ext cx="9144000" cy="1631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38"/>
          <p:cNvSpPr txBox="1"/>
          <p:nvPr/>
        </p:nvSpPr>
        <p:spPr>
          <a:xfrm>
            <a:off x="6262625" y="1205946"/>
            <a:ext cx="2155500" cy="3231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i="1" lang="en" sz="700">
                <a:solidFill>
                  <a:schemeClr val="lt1"/>
                </a:solidFill>
                <a:latin typeface="Barlow Medium"/>
                <a:ea typeface="Barlow Medium"/>
                <a:cs typeface="Barlow Medium"/>
                <a:sym typeface="Barlow Medium"/>
              </a:rPr>
              <a:t>Lorem ipsum dolor sit amet, consectetur adipiscing elit.</a:t>
            </a:r>
            <a:endParaRPr i="1" sz="700">
              <a:solidFill>
                <a:schemeClr val="lt1"/>
              </a:solidFill>
              <a:latin typeface="Barlow Medium"/>
              <a:ea typeface="Barlow Medium"/>
              <a:cs typeface="Barlow Medium"/>
              <a:sym typeface="Barlow Medium"/>
            </a:endParaRPr>
          </a:p>
        </p:txBody>
      </p:sp>
      <p:sp>
        <p:nvSpPr>
          <p:cNvPr id="209" name="Google Shape;209;p38"/>
          <p:cNvSpPr/>
          <p:nvPr>
            <p:ph idx="2" type="pic"/>
          </p:nvPr>
        </p:nvSpPr>
        <p:spPr>
          <a:xfrm>
            <a:off x="3915225" y="1631250"/>
            <a:ext cx="4441200" cy="3009900"/>
          </a:xfrm>
          <a:prstGeom prst="roundRect">
            <a:avLst>
              <a:gd fmla="val 16667" name="adj"/>
            </a:avLst>
          </a:prstGeom>
          <a:noFill/>
          <a:ln>
            <a:noFill/>
          </a:ln>
        </p:spPr>
      </p:sp>
      <p:sp>
        <p:nvSpPr>
          <p:cNvPr id="210" name="Google Shape;210;p38"/>
          <p:cNvSpPr txBox="1"/>
          <p:nvPr>
            <p:ph idx="1" type="body"/>
          </p:nvPr>
        </p:nvSpPr>
        <p:spPr>
          <a:xfrm>
            <a:off x="791150" y="1835400"/>
            <a:ext cx="2094000" cy="846600"/>
          </a:xfrm>
          <a:prstGeom prst="rect">
            <a:avLst/>
          </a:prstGeom>
        </p:spPr>
        <p:txBody>
          <a:bodyPr anchorCtr="0" anchor="t" bIns="0" lIns="0" spcFirstLastPara="1" rIns="0" wrap="square" tIns="0">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211" name="Google Shape;211;p38"/>
          <p:cNvSpPr txBox="1"/>
          <p:nvPr>
            <p:ph idx="3" type="subTitle"/>
          </p:nvPr>
        </p:nvSpPr>
        <p:spPr>
          <a:xfrm>
            <a:off x="791150" y="522625"/>
            <a:ext cx="3918300" cy="10065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3600"/>
              <a:buFont typeface="Hepta Slab Medium"/>
              <a:buNone/>
              <a:defRPr sz="3600">
                <a:solidFill>
                  <a:schemeClr val="accent3"/>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p:txBody>
      </p:sp>
      <p:sp>
        <p:nvSpPr>
          <p:cNvPr id="212" name="Google Shape;212;p38"/>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3"/>
                </a:solidFill>
              </a:defRPr>
            </a:lvl1pPr>
            <a:lvl2pPr lvl="1" rtl="0">
              <a:buNone/>
              <a:defRPr sz="1100">
                <a:solidFill>
                  <a:schemeClr val="accent3"/>
                </a:solidFill>
              </a:defRPr>
            </a:lvl2pPr>
            <a:lvl3pPr lvl="2" rtl="0">
              <a:buNone/>
              <a:defRPr sz="1100">
                <a:solidFill>
                  <a:schemeClr val="accent3"/>
                </a:solidFill>
              </a:defRPr>
            </a:lvl3pPr>
            <a:lvl4pPr lvl="3" rtl="0">
              <a:buNone/>
              <a:defRPr sz="1100">
                <a:solidFill>
                  <a:schemeClr val="accent3"/>
                </a:solidFill>
              </a:defRPr>
            </a:lvl4pPr>
            <a:lvl5pPr lvl="4" rtl="0">
              <a:buNone/>
              <a:defRPr sz="1100">
                <a:solidFill>
                  <a:schemeClr val="accent3"/>
                </a:solidFill>
              </a:defRPr>
            </a:lvl5pPr>
            <a:lvl6pPr lvl="5" rtl="0">
              <a:buNone/>
              <a:defRPr sz="1100">
                <a:solidFill>
                  <a:schemeClr val="accent3"/>
                </a:solidFill>
              </a:defRPr>
            </a:lvl6pPr>
            <a:lvl7pPr lvl="6" rtl="0">
              <a:buNone/>
              <a:defRPr sz="1100">
                <a:solidFill>
                  <a:schemeClr val="accent3"/>
                </a:solidFill>
              </a:defRPr>
            </a:lvl7pPr>
            <a:lvl8pPr lvl="7" rtl="0">
              <a:buNone/>
              <a:defRPr sz="1100">
                <a:solidFill>
                  <a:schemeClr val="accent3"/>
                </a:solidFill>
              </a:defRPr>
            </a:lvl8pPr>
            <a:lvl9pPr lvl="8" rtl="0">
              <a:buNone/>
              <a:defRPr sz="11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ext">
  <p:cSld name="TITLE_AND_TWO_COLUMNS_1">
    <p:bg>
      <p:bgPr>
        <a:solidFill>
          <a:schemeClr val="dk1"/>
        </a:solidFill>
      </p:bgPr>
    </p:bg>
    <p:spTree>
      <p:nvGrpSpPr>
        <p:cNvPr id="213" name="Shape 213"/>
        <p:cNvGrpSpPr/>
        <p:nvPr/>
      </p:nvGrpSpPr>
      <p:grpSpPr>
        <a:xfrm>
          <a:off x="0" y="0"/>
          <a:ext cx="0" cy="0"/>
          <a:chOff x="0" y="0"/>
          <a:chExt cx="0" cy="0"/>
        </a:xfrm>
      </p:grpSpPr>
      <p:sp>
        <p:nvSpPr>
          <p:cNvPr id="214" name="Google Shape;214;p39"/>
          <p:cNvSpPr/>
          <p:nvPr/>
        </p:nvSpPr>
        <p:spPr>
          <a:xfrm>
            <a:off x="0" y="0"/>
            <a:ext cx="9144000" cy="1631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39"/>
          <p:cNvSpPr txBox="1"/>
          <p:nvPr>
            <p:ph idx="1" type="subTitle"/>
          </p:nvPr>
        </p:nvSpPr>
        <p:spPr>
          <a:xfrm>
            <a:off x="791150" y="522625"/>
            <a:ext cx="5173200" cy="9765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3600"/>
              <a:buFont typeface="Hepta Slab Medium"/>
              <a:buNone/>
              <a:defRPr sz="3600">
                <a:solidFill>
                  <a:schemeClr val="accent3"/>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p:txBody>
      </p:sp>
      <p:sp>
        <p:nvSpPr>
          <p:cNvPr id="216" name="Google Shape;216;p39"/>
          <p:cNvSpPr txBox="1"/>
          <p:nvPr>
            <p:ph idx="2" type="body"/>
          </p:nvPr>
        </p:nvSpPr>
        <p:spPr>
          <a:xfrm>
            <a:off x="685450" y="2180950"/>
            <a:ext cx="3579600" cy="2385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Char char="●"/>
              <a:defRPr sz="1100">
                <a:solidFill>
                  <a:schemeClr val="lt1"/>
                </a:solidFill>
              </a:defRPr>
            </a:lvl1pPr>
            <a:lvl2pPr indent="-298450" lvl="1" marL="914400">
              <a:spcBef>
                <a:spcPts val="0"/>
              </a:spcBef>
              <a:spcAft>
                <a:spcPts val="0"/>
              </a:spcAft>
              <a:buClr>
                <a:schemeClr val="lt1"/>
              </a:buClr>
              <a:buSzPts val="1100"/>
              <a:buChar char="○"/>
              <a:defRPr sz="1100">
                <a:solidFill>
                  <a:schemeClr val="lt1"/>
                </a:solidFill>
              </a:defRPr>
            </a:lvl2pPr>
            <a:lvl3pPr indent="-298450" lvl="2" marL="1371600">
              <a:spcBef>
                <a:spcPts val="0"/>
              </a:spcBef>
              <a:spcAft>
                <a:spcPts val="0"/>
              </a:spcAft>
              <a:buClr>
                <a:schemeClr val="lt1"/>
              </a:buClr>
              <a:buSzPts val="1100"/>
              <a:buChar char="■"/>
              <a:defRPr sz="1100">
                <a:solidFill>
                  <a:schemeClr val="lt1"/>
                </a:solidFill>
              </a:defRPr>
            </a:lvl3pPr>
            <a:lvl4pPr indent="-298450" lvl="3" marL="1828800">
              <a:spcBef>
                <a:spcPts val="0"/>
              </a:spcBef>
              <a:spcAft>
                <a:spcPts val="0"/>
              </a:spcAft>
              <a:buClr>
                <a:schemeClr val="lt1"/>
              </a:buClr>
              <a:buSzPts val="1100"/>
              <a:buChar char="●"/>
              <a:defRPr sz="1100">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sz="1100">
                <a:solidFill>
                  <a:schemeClr val="lt1"/>
                </a:solidFill>
              </a:defRPr>
            </a:lvl6pPr>
            <a:lvl7pPr indent="-298450" lvl="6" marL="3200400">
              <a:spcBef>
                <a:spcPts val="0"/>
              </a:spcBef>
              <a:spcAft>
                <a:spcPts val="0"/>
              </a:spcAft>
              <a:buClr>
                <a:schemeClr val="lt1"/>
              </a:buClr>
              <a:buSzPts val="1100"/>
              <a:buChar char="●"/>
              <a:defRPr sz="1100">
                <a:solidFill>
                  <a:schemeClr val="lt1"/>
                </a:solidFill>
              </a:defRPr>
            </a:lvl7pPr>
            <a:lvl8pPr indent="-298450" lvl="7" marL="3657600">
              <a:spcBef>
                <a:spcPts val="0"/>
              </a:spcBef>
              <a:spcAft>
                <a:spcPts val="0"/>
              </a:spcAft>
              <a:buClr>
                <a:schemeClr val="lt1"/>
              </a:buClr>
              <a:buSzPts val="1100"/>
              <a:buChar char="○"/>
              <a:defRPr sz="1100">
                <a:solidFill>
                  <a:schemeClr val="lt1"/>
                </a:solidFill>
              </a:defRPr>
            </a:lvl8pPr>
            <a:lvl9pPr indent="-298450" lvl="8" marL="4114800">
              <a:spcBef>
                <a:spcPts val="0"/>
              </a:spcBef>
              <a:spcAft>
                <a:spcPts val="0"/>
              </a:spcAft>
              <a:buClr>
                <a:schemeClr val="lt1"/>
              </a:buClr>
              <a:buSzPts val="1100"/>
              <a:buChar char="■"/>
              <a:defRPr sz="1100">
                <a:solidFill>
                  <a:schemeClr val="lt1"/>
                </a:solidFill>
              </a:defRPr>
            </a:lvl9pPr>
          </a:lstStyle>
          <a:p/>
        </p:txBody>
      </p:sp>
      <p:sp>
        <p:nvSpPr>
          <p:cNvPr id="217" name="Google Shape;217;p39"/>
          <p:cNvSpPr txBox="1"/>
          <p:nvPr>
            <p:ph idx="3" type="body"/>
          </p:nvPr>
        </p:nvSpPr>
        <p:spPr>
          <a:xfrm>
            <a:off x="4601077" y="2180950"/>
            <a:ext cx="3579600" cy="2385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Char char="●"/>
              <a:defRPr sz="1100">
                <a:solidFill>
                  <a:schemeClr val="lt1"/>
                </a:solidFill>
              </a:defRPr>
            </a:lvl1pPr>
            <a:lvl2pPr indent="-298450" lvl="1" marL="914400">
              <a:spcBef>
                <a:spcPts val="0"/>
              </a:spcBef>
              <a:spcAft>
                <a:spcPts val="0"/>
              </a:spcAft>
              <a:buClr>
                <a:schemeClr val="lt1"/>
              </a:buClr>
              <a:buSzPts val="1100"/>
              <a:buChar char="○"/>
              <a:defRPr sz="1100">
                <a:solidFill>
                  <a:schemeClr val="lt1"/>
                </a:solidFill>
              </a:defRPr>
            </a:lvl2pPr>
            <a:lvl3pPr indent="-298450" lvl="2" marL="1371600">
              <a:spcBef>
                <a:spcPts val="0"/>
              </a:spcBef>
              <a:spcAft>
                <a:spcPts val="0"/>
              </a:spcAft>
              <a:buClr>
                <a:schemeClr val="lt1"/>
              </a:buClr>
              <a:buSzPts val="1100"/>
              <a:buChar char="■"/>
              <a:defRPr sz="1100">
                <a:solidFill>
                  <a:schemeClr val="lt1"/>
                </a:solidFill>
              </a:defRPr>
            </a:lvl3pPr>
            <a:lvl4pPr indent="-298450" lvl="3" marL="1828800">
              <a:spcBef>
                <a:spcPts val="0"/>
              </a:spcBef>
              <a:spcAft>
                <a:spcPts val="0"/>
              </a:spcAft>
              <a:buClr>
                <a:schemeClr val="lt1"/>
              </a:buClr>
              <a:buSzPts val="1100"/>
              <a:buChar char="●"/>
              <a:defRPr sz="1100">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sz="1100">
                <a:solidFill>
                  <a:schemeClr val="lt1"/>
                </a:solidFill>
              </a:defRPr>
            </a:lvl6pPr>
            <a:lvl7pPr indent="-298450" lvl="6" marL="3200400">
              <a:spcBef>
                <a:spcPts val="0"/>
              </a:spcBef>
              <a:spcAft>
                <a:spcPts val="0"/>
              </a:spcAft>
              <a:buClr>
                <a:schemeClr val="lt1"/>
              </a:buClr>
              <a:buSzPts val="1100"/>
              <a:buChar char="●"/>
              <a:defRPr sz="1100">
                <a:solidFill>
                  <a:schemeClr val="lt1"/>
                </a:solidFill>
              </a:defRPr>
            </a:lvl7pPr>
            <a:lvl8pPr indent="-298450" lvl="7" marL="3657600">
              <a:spcBef>
                <a:spcPts val="0"/>
              </a:spcBef>
              <a:spcAft>
                <a:spcPts val="0"/>
              </a:spcAft>
              <a:buClr>
                <a:schemeClr val="lt1"/>
              </a:buClr>
              <a:buSzPts val="1100"/>
              <a:buChar char="○"/>
              <a:defRPr sz="1100">
                <a:solidFill>
                  <a:schemeClr val="lt1"/>
                </a:solidFill>
              </a:defRPr>
            </a:lvl8pPr>
            <a:lvl9pPr indent="-298450" lvl="8" marL="4114800">
              <a:spcBef>
                <a:spcPts val="0"/>
              </a:spcBef>
              <a:spcAft>
                <a:spcPts val="0"/>
              </a:spcAft>
              <a:buClr>
                <a:schemeClr val="lt1"/>
              </a:buClr>
              <a:buSzPts val="1100"/>
              <a:buChar char="■"/>
              <a:defRPr sz="1100">
                <a:solidFill>
                  <a:schemeClr val="lt1"/>
                </a:solidFill>
              </a:defRPr>
            </a:lvl9pPr>
          </a:lstStyle>
          <a:p/>
        </p:txBody>
      </p:sp>
      <p:sp>
        <p:nvSpPr>
          <p:cNvPr id="218" name="Google Shape;218;p39"/>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3"/>
                </a:solidFill>
              </a:defRPr>
            </a:lvl1pPr>
            <a:lvl2pPr lvl="1" rtl="0">
              <a:buNone/>
              <a:defRPr sz="1100">
                <a:solidFill>
                  <a:schemeClr val="accent3"/>
                </a:solidFill>
              </a:defRPr>
            </a:lvl2pPr>
            <a:lvl3pPr lvl="2" rtl="0">
              <a:buNone/>
              <a:defRPr sz="1100">
                <a:solidFill>
                  <a:schemeClr val="accent3"/>
                </a:solidFill>
              </a:defRPr>
            </a:lvl3pPr>
            <a:lvl4pPr lvl="3" rtl="0">
              <a:buNone/>
              <a:defRPr sz="1100">
                <a:solidFill>
                  <a:schemeClr val="accent3"/>
                </a:solidFill>
              </a:defRPr>
            </a:lvl4pPr>
            <a:lvl5pPr lvl="4" rtl="0">
              <a:buNone/>
              <a:defRPr sz="1100">
                <a:solidFill>
                  <a:schemeClr val="accent3"/>
                </a:solidFill>
              </a:defRPr>
            </a:lvl5pPr>
            <a:lvl6pPr lvl="5" rtl="0">
              <a:buNone/>
              <a:defRPr sz="1100">
                <a:solidFill>
                  <a:schemeClr val="accent3"/>
                </a:solidFill>
              </a:defRPr>
            </a:lvl6pPr>
            <a:lvl7pPr lvl="6" rtl="0">
              <a:buNone/>
              <a:defRPr sz="1100">
                <a:solidFill>
                  <a:schemeClr val="accent3"/>
                </a:solidFill>
              </a:defRPr>
            </a:lvl7pPr>
            <a:lvl8pPr lvl="7" rtl="0">
              <a:buNone/>
              <a:defRPr sz="1100">
                <a:solidFill>
                  <a:schemeClr val="accent3"/>
                </a:solidFill>
              </a:defRPr>
            </a:lvl8pPr>
            <a:lvl9pPr lvl="8" rtl="0">
              <a:buNone/>
              <a:defRPr sz="11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Company Overview" type="titleOnly">
  <p:cSld name="TITLE_ONLY">
    <p:bg>
      <p:bgPr>
        <a:solidFill>
          <a:schemeClr val="accent4"/>
        </a:solidFill>
      </p:bgPr>
    </p:bg>
    <p:spTree>
      <p:nvGrpSpPr>
        <p:cNvPr id="219" name="Shape 219"/>
        <p:cNvGrpSpPr/>
        <p:nvPr/>
      </p:nvGrpSpPr>
      <p:grpSpPr>
        <a:xfrm>
          <a:off x="0" y="0"/>
          <a:ext cx="0" cy="0"/>
          <a:chOff x="0" y="0"/>
          <a:chExt cx="0" cy="0"/>
        </a:xfrm>
      </p:grpSpPr>
      <p:sp>
        <p:nvSpPr>
          <p:cNvPr id="220" name="Google Shape;220;p40"/>
          <p:cNvSpPr/>
          <p:nvPr>
            <p:ph idx="2" type="pic"/>
          </p:nvPr>
        </p:nvSpPr>
        <p:spPr>
          <a:xfrm>
            <a:off x="791150" y="522900"/>
            <a:ext cx="1294800" cy="1918500"/>
          </a:xfrm>
          <a:prstGeom prst="rect">
            <a:avLst/>
          </a:prstGeom>
          <a:noFill/>
          <a:ln>
            <a:noFill/>
          </a:ln>
        </p:spPr>
      </p:sp>
      <p:sp>
        <p:nvSpPr>
          <p:cNvPr id="221" name="Google Shape;221;p40"/>
          <p:cNvSpPr/>
          <p:nvPr>
            <p:ph idx="3" type="pic"/>
          </p:nvPr>
        </p:nvSpPr>
        <p:spPr>
          <a:xfrm>
            <a:off x="2355375" y="522900"/>
            <a:ext cx="1294800" cy="1918500"/>
          </a:xfrm>
          <a:prstGeom prst="rect">
            <a:avLst/>
          </a:prstGeom>
          <a:noFill/>
          <a:ln>
            <a:noFill/>
          </a:ln>
        </p:spPr>
      </p:sp>
      <p:sp>
        <p:nvSpPr>
          <p:cNvPr id="222" name="Google Shape;222;p40"/>
          <p:cNvSpPr/>
          <p:nvPr>
            <p:ph idx="4" type="pic"/>
          </p:nvPr>
        </p:nvSpPr>
        <p:spPr>
          <a:xfrm>
            <a:off x="3921313" y="522900"/>
            <a:ext cx="1294800" cy="1918500"/>
          </a:xfrm>
          <a:prstGeom prst="rect">
            <a:avLst/>
          </a:prstGeom>
          <a:noFill/>
          <a:ln>
            <a:noFill/>
          </a:ln>
        </p:spPr>
      </p:sp>
      <p:sp>
        <p:nvSpPr>
          <p:cNvPr id="223" name="Google Shape;223;p40"/>
          <p:cNvSpPr/>
          <p:nvPr>
            <p:ph idx="5" type="pic"/>
          </p:nvPr>
        </p:nvSpPr>
        <p:spPr>
          <a:xfrm>
            <a:off x="5491588" y="522900"/>
            <a:ext cx="1294800" cy="1918500"/>
          </a:xfrm>
          <a:prstGeom prst="rect">
            <a:avLst/>
          </a:prstGeom>
          <a:noFill/>
          <a:ln>
            <a:noFill/>
          </a:ln>
        </p:spPr>
      </p:sp>
      <p:sp>
        <p:nvSpPr>
          <p:cNvPr id="224" name="Google Shape;224;p40"/>
          <p:cNvSpPr txBox="1"/>
          <p:nvPr>
            <p:ph idx="1" type="body"/>
          </p:nvPr>
        </p:nvSpPr>
        <p:spPr>
          <a:xfrm>
            <a:off x="680850" y="3443850"/>
            <a:ext cx="3074700" cy="1031700"/>
          </a:xfrm>
          <a:prstGeom prst="rect">
            <a:avLst/>
          </a:prstGeom>
        </p:spPr>
        <p:txBody>
          <a:bodyPr anchorCtr="0" anchor="t" bIns="91425" lIns="91425" spcFirstLastPara="1" rIns="91425" wrap="square" tIns="91425">
            <a:noAutofit/>
          </a:bodyPr>
          <a:lstStyle>
            <a:lvl1pPr indent="-406400" lvl="0" marL="4572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406400" lvl="1" marL="9144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2pPr>
            <a:lvl3pPr indent="-406400" lvl="2" marL="13716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3pPr>
            <a:lvl4pPr indent="-406400" lvl="3" marL="18288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4pPr>
            <a:lvl5pPr indent="-406400" lvl="4" marL="22860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5pPr>
            <a:lvl6pPr indent="-406400" lvl="5" marL="27432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6pPr>
            <a:lvl7pPr indent="-406400" lvl="6" marL="32004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7pPr>
            <a:lvl8pPr indent="-406400" lvl="7" marL="36576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8pPr>
            <a:lvl9pPr indent="-406400" lvl="8" marL="41148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9pPr>
          </a:lstStyle>
          <a:p/>
        </p:txBody>
      </p:sp>
      <p:sp>
        <p:nvSpPr>
          <p:cNvPr id="225" name="Google Shape;225;p40"/>
          <p:cNvSpPr txBox="1"/>
          <p:nvPr>
            <p:ph idx="6" type="body"/>
          </p:nvPr>
        </p:nvSpPr>
        <p:spPr>
          <a:xfrm>
            <a:off x="4123900" y="3443850"/>
            <a:ext cx="4030200" cy="11652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226" name="Google Shape;226;p40"/>
          <p:cNvSpPr txBox="1"/>
          <p:nvPr>
            <p:ph idx="7" type="body"/>
          </p:nvPr>
        </p:nvSpPr>
        <p:spPr>
          <a:xfrm>
            <a:off x="705088" y="2737270"/>
            <a:ext cx="1294800" cy="259800"/>
          </a:xfrm>
          <a:prstGeom prst="rect">
            <a:avLst/>
          </a:prstGeom>
        </p:spPr>
        <p:txBody>
          <a:bodyPr anchorCtr="0" anchor="ctr" bIns="91425" lIns="91425" spcFirstLastPara="1" rIns="91425" wrap="square" tIns="91425">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27" name="Google Shape;227;p40"/>
          <p:cNvSpPr txBox="1"/>
          <p:nvPr>
            <p:ph idx="8" type="body"/>
          </p:nvPr>
        </p:nvSpPr>
        <p:spPr>
          <a:xfrm>
            <a:off x="2258888" y="2737270"/>
            <a:ext cx="1294800" cy="259800"/>
          </a:xfrm>
          <a:prstGeom prst="rect">
            <a:avLst/>
          </a:prstGeom>
        </p:spPr>
        <p:txBody>
          <a:bodyPr anchorCtr="0" anchor="ctr" bIns="91425" lIns="91425" spcFirstLastPara="1" rIns="91425" wrap="square" tIns="91425">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28" name="Google Shape;228;p40"/>
          <p:cNvSpPr txBox="1"/>
          <p:nvPr>
            <p:ph idx="9" type="body"/>
          </p:nvPr>
        </p:nvSpPr>
        <p:spPr>
          <a:xfrm>
            <a:off x="3827513" y="2737270"/>
            <a:ext cx="1294800" cy="259800"/>
          </a:xfrm>
          <a:prstGeom prst="rect">
            <a:avLst/>
          </a:prstGeom>
        </p:spPr>
        <p:txBody>
          <a:bodyPr anchorCtr="0" anchor="ctr" bIns="91425" lIns="91425" spcFirstLastPara="1" rIns="91425" wrap="square" tIns="91425">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29" name="Google Shape;229;p40"/>
          <p:cNvSpPr txBox="1"/>
          <p:nvPr>
            <p:ph idx="13" type="body"/>
          </p:nvPr>
        </p:nvSpPr>
        <p:spPr>
          <a:xfrm>
            <a:off x="5395113" y="2737270"/>
            <a:ext cx="1294800" cy="259800"/>
          </a:xfrm>
          <a:prstGeom prst="rect">
            <a:avLst/>
          </a:prstGeom>
        </p:spPr>
        <p:txBody>
          <a:bodyPr anchorCtr="0" anchor="ctr" bIns="91425" lIns="91425" spcFirstLastPara="1" rIns="91425" wrap="square" tIns="91425">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30" name="Google Shape;230;p40"/>
          <p:cNvSpPr txBox="1"/>
          <p:nvPr>
            <p:ph idx="14" type="body"/>
          </p:nvPr>
        </p:nvSpPr>
        <p:spPr>
          <a:xfrm>
            <a:off x="705091" y="2464123"/>
            <a:ext cx="1294800" cy="259800"/>
          </a:xfrm>
          <a:prstGeom prst="rect">
            <a:avLst/>
          </a:prstGeom>
        </p:spPr>
        <p:txBody>
          <a:bodyPr anchorCtr="0" anchor="t" bIns="91425" lIns="91425" spcFirstLastPara="1" rIns="91425" wrap="square" tIns="91425">
            <a:noAutofit/>
          </a:bodyPr>
          <a:lstStyle>
            <a:lvl1pPr indent="-273050" lvl="0" marL="457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indent="-273050" lvl="1" marL="914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indent="-273050" lvl="2" marL="1371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indent="-273050" lvl="3" marL="1828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indent="-273050" lvl="4" marL="22860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indent="-273050" lvl="5" marL="2743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indent="-273050" lvl="6" marL="3200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indent="-273050" lvl="7" marL="3657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indent="-273050" lvl="8" marL="4114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p:txBody>
      </p:sp>
      <p:sp>
        <p:nvSpPr>
          <p:cNvPr id="231" name="Google Shape;231;p40"/>
          <p:cNvSpPr txBox="1"/>
          <p:nvPr>
            <p:ph idx="15" type="body"/>
          </p:nvPr>
        </p:nvSpPr>
        <p:spPr>
          <a:xfrm>
            <a:off x="2258891" y="2464123"/>
            <a:ext cx="1294800" cy="259800"/>
          </a:xfrm>
          <a:prstGeom prst="rect">
            <a:avLst/>
          </a:prstGeom>
        </p:spPr>
        <p:txBody>
          <a:bodyPr anchorCtr="0" anchor="t" bIns="91425" lIns="91425" spcFirstLastPara="1" rIns="91425" wrap="square" tIns="91425">
            <a:noAutofit/>
          </a:bodyPr>
          <a:lstStyle>
            <a:lvl1pPr indent="-273050" lvl="0" marL="457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indent="-273050" lvl="1" marL="914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indent="-273050" lvl="2" marL="1371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indent="-273050" lvl="3" marL="1828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indent="-273050" lvl="4" marL="22860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indent="-273050" lvl="5" marL="2743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indent="-273050" lvl="6" marL="3200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indent="-273050" lvl="7" marL="3657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indent="-273050" lvl="8" marL="4114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p:txBody>
      </p:sp>
      <p:sp>
        <p:nvSpPr>
          <p:cNvPr id="232" name="Google Shape;232;p40"/>
          <p:cNvSpPr txBox="1"/>
          <p:nvPr>
            <p:ph idx="16" type="body"/>
          </p:nvPr>
        </p:nvSpPr>
        <p:spPr>
          <a:xfrm>
            <a:off x="3827003" y="2464123"/>
            <a:ext cx="1294800" cy="259800"/>
          </a:xfrm>
          <a:prstGeom prst="rect">
            <a:avLst/>
          </a:prstGeom>
        </p:spPr>
        <p:txBody>
          <a:bodyPr anchorCtr="0" anchor="t" bIns="91425" lIns="91425" spcFirstLastPara="1" rIns="91425" wrap="square" tIns="91425">
            <a:noAutofit/>
          </a:bodyPr>
          <a:lstStyle>
            <a:lvl1pPr indent="-273050" lvl="0" marL="457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indent="-273050" lvl="1" marL="914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indent="-273050" lvl="2" marL="1371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indent="-273050" lvl="3" marL="1828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indent="-273050" lvl="4" marL="22860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indent="-273050" lvl="5" marL="2743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indent="-273050" lvl="6" marL="3200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indent="-273050" lvl="7" marL="3657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indent="-273050" lvl="8" marL="4114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p:txBody>
      </p:sp>
      <p:sp>
        <p:nvSpPr>
          <p:cNvPr id="233" name="Google Shape;233;p40"/>
          <p:cNvSpPr txBox="1"/>
          <p:nvPr>
            <p:ph idx="17" type="body"/>
          </p:nvPr>
        </p:nvSpPr>
        <p:spPr>
          <a:xfrm>
            <a:off x="5396128" y="2464123"/>
            <a:ext cx="1294800" cy="259800"/>
          </a:xfrm>
          <a:prstGeom prst="rect">
            <a:avLst/>
          </a:prstGeom>
        </p:spPr>
        <p:txBody>
          <a:bodyPr anchorCtr="0" anchor="t" bIns="91425" lIns="91425" spcFirstLastPara="1" rIns="91425" wrap="square" tIns="91425">
            <a:noAutofit/>
          </a:bodyPr>
          <a:lstStyle>
            <a:lvl1pPr indent="-273050" lvl="0" marL="457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indent="-273050" lvl="1" marL="914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indent="-273050" lvl="2" marL="1371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indent="-273050" lvl="3" marL="1828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indent="-273050" lvl="4" marL="22860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indent="-273050" lvl="5" marL="2743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indent="-273050" lvl="6" marL="3200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indent="-273050" lvl="7" marL="3657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indent="-273050" lvl="8" marL="4114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p:txBody>
      </p:sp>
      <p:sp>
        <p:nvSpPr>
          <p:cNvPr id="234" name="Google Shape;234;p40"/>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3"/>
                </a:solidFill>
              </a:defRPr>
            </a:lvl1pPr>
            <a:lvl2pPr lvl="1" rtl="0">
              <a:buNone/>
              <a:defRPr sz="1100">
                <a:solidFill>
                  <a:schemeClr val="accent3"/>
                </a:solidFill>
              </a:defRPr>
            </a:lvl2pPr>
            <a:lvl3pPr lvl="2" rtl="0">
              <a:buNone/>
              <a:defRPr sz="1100">
                <a:solidFill>
                  <a:schemeClr val="accent3"/>
                </a:solidFill>
              </a:defRPr>
            </a:lvl3pPr>
            <a:lvl4pPr lvl="3" rtl="0">
              <a:buNone/>
              <a:defRPr sz="1100">
                <a:solidFill>
                  <a:schemeClr val="accent3"/>
                </a:solidFill>
              </a:defRPr>
            </a:lvl4pPr>
            <a:lvl5pPr lvl="4" rtl="0">
              <a:buNone/>
              <a:defRPr sz="1100">
                <a:solidFill>
                  <a:schemeClr val="accent3"/>
                </a:solidFill>
              </a:defRPr>
            </a:lvl5pPr>
            <a:lvl6pPr lvl="5" rtl="0">
              <a:buNone/>
              <a:defRPr sz="1100">
                <a:solidFill>
                  <a:schemeClr val="accent3"/>
                </a:solidFill>
              </a:defRPr>
            </a:lvl6pPr>
            <a:lvl7pPr lvl="6" rtl="0">
              <a:buNone/>
              <a:defRPr sz="1100">
                <a:solidFill>
                  <a:schemeClr val="accent3"/>
                </a:solidFill>
              </a:defRPr>
            </a:lvl7pPr>
            <a:lvl8pPr lvl="7" rtl="0">
              <a:buNone/>
              <a:defRPr sz="1100">
                <a:solidFill>
                  <a:schemeClr val="accent3"/>
                </a:solidFill>
              </a:defRPr>
            </a:lvl8pPr>
            <a:lvl9pPr lvl="8" rtl="0">
              <a:buNone/>
              <a:defRPr sz="11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etitive Landscape">
  <p:cSld name="ONE_COLUMN_TEXT">
    <p:bg>
      <p:bgPr>
        <a:solidFill>
          <a:schemeClr val="dk1"/>
        </a:solidFill>
      </p:bgPr>
    </p:bg>
    <p:spTree>
      <p:nvGrpSpPr>
        <p:cNvPr id="235" name="Shape 235"/>
        <p:cNvGrpSpPr/>
        <p:nvPr/>
      </p:nvGrpSpPr>
      <p:grpSpPr>
        <a:xfrm>
          <a:off x="0" y="0"/>
          <a:ext cx="0" cy="0"/>
          <a:chOff x="0" y="0"/>
          <a:chExt cx="0" cy="0"/>
        </a:xfrm>
      </p:grpSpPr>
      <p:sp>
        <p:nvSpPr>
          <p:cNvPr id="236" name="Google Shape;236;p41"/>
          <p:cNvSpPr txBox="1"/>
          <p:nvPr>
            <p:ph idx="1" type="body"/>
          </p:nvPr>
        </p:nvSpPr>
        <p:spPr>
          <a:xfrm>
            <a:off x="791150" y="738025"/>
            <a:ext cx="3918300" cy="223200"/>
          </a:xfrm>
          <a:prstGeom prst="rect">
            <a:avLst/>
          </a:prstGeom>
        </p:spPr>
        <p:txBody>
          <a:bodyPr anchorCtr="0" anchor="t" bIns="0" lIns="0" spcFirstLastPara="1" rIns="0" wrap="square" tIns="0">
            <a:noAutofit/>
          </a:bodyPr>
          <a:lstStyle>
            <a:lvl1pPr indent="-298450" lvl="0" marL="457200">
              <a:spcBef>
                <a:spcPts val="0"/>
              </a:spcBef>
              <a:spcAft>
                <a:spcPts val="0"/>
              </a:spcAft>
              <a:buSzPts val="1100"/>
              <a:buFont typeface="Barlow"/>
              <a:buChar char="●"/>
              <a:defRPr sz="1100">
                <a:latin typeface="Barlow"/>
                <a:ea typeface="Barlow"/>
                <a:cs typeface="Barlow"/>
                <a:sym typeface="Barlow"/>
              </a:defRPr>
            </a:lvl1pPr>
            <a:lvl2pPr indent="-298450" lvl="1" marL="914400">
              <a:spcBef>
                <a:spcPts val="0"/>
              </a:spcBef>
              <a:spcAft>
                <a:spcPts val="0"/>
              </a:spcAft>
              <a:buSzPts val="1100"/>
              <a:buFont typeface="Barlow"/>
              <a:buChar char="○"/>
              <a:defRPr sz="1100">
                <a:latin typeface="Barlow"/>
                <a:ea typeface="Barlow"/>
                <a:cs typeface="Barlow"/>
                <a:sym typeface="Barlow"/>
              </a:defRPr>
            </a:lvl2pPr>
            <a:lvl3pPr indent="-298450" lvl="2" marL="1371600">
              <a:spcBef>
                <a:spcPts val="0"/>
              </a:spcBef>
              <a:spcAft>
                <a:spcPts val="0"/>
              </a:spcAft>
              <a:buSzPts val="1100"/>
              <a:buFont typeface="Barlow"/>
              <a:buChar char="■"/>
              <a:defRPr sz="1100">
                <a:latin typeface="Barlow"/>
                <a:ea typeface="Barlow"/>
                <a:cs typeface="Barlow"/>
                <a:sym typeface="Barlow"/>
              </a:defRPr>
            </a:lvl3pPr>
            <a:lvl4pPr indent="-298450" lvl="3" marL="1828800">
              <a:spcBef>
                <a:spcPts val="0"/>
              </a:spcBef>
              <a:spcAft>
                <a:spcPts val="0"/>
              </a:spcAft>
              <a:buSzPts val="1100"/>
              <a:buFont typeface="Barlow"/>
              <a:buChar char="●"/>
              <a:defRPr sz="1100">
                <a:latin typeface="Barlow"/>
                <a:ea typeface="Barlow"/>
                <a:cs typeface="Barlow"/>
                <a:sym typeface="Barlow"/>
              </a:defRPr>
            </a:lvl4pPr>
            <a:lvl5pPr indent="-298450" lvl="4" marL="2286000">
              <a:spcBef>
                <a:spcPts val="0"/>
              </a:spcBef>
              <a:spcAft>
                <a:spcPts val="0"/>
              </a:spcAft>
              <a:buSzPts val="1100"/>
              <a:buFont typeface="Barlow"/>
              <a:buChar char="○"/>
              <a:defRPr>
                <a:latin typeface="Barlow"/>
                <a:ea typeface="Barlow"/>
                <a:cs typeface="Barlow"/>
                <a:sym typeface="Barlow"/>
              </a:defRPr>
            </a:lvl5pPr>
            <a:lvl6pPr indent="-298450" lvl="5" marL="2743200">
              <a:spcBef>
                <a:spcPts val="0"/>
              </a:spcBef>
              <a:spcAft>
                <a:spcPts val="0"/>
              </a:spcAft>
              <a:buSzPts val="1100"/>
              <a:buFont typeface="Barlow"/>
              <a:buChar char="■"/>
              <a:defRPr sz="1100">
                <a:latin typeface="Barlow"/>
                <a:ea typeface="Barlow"/>
                <a:cs typeface="Barlow"/>
                <a:sym typeface="Barlow"/>
              </a:defRPr>
            </a:lvl6pPr>
            <a:lvl7pPr indent="-298450" lvl="6" marL="3200400">
              <a:spcBef>
                <a:spcPts val="0"/>
              </a:spcBef>
              <a:spcAft>
                <a:spcPts val="0"/>
              </a:spcAft>
              <a:buSzPts val="1100"/>
              <a:buFont typeface="Barlow"/>
              <a:buChar char="●"/>
              <a:defRPr sz="1100">
                <a:latin typeface="Barlow"/>
                <a:ea typeface="Barlow"/>
                <a:cs typeface="Barlow"/>
                <a:sym typeface="Barlow"/>
              </a:defRPr>
            </a:lvl7pPr>
            <a:lvl8pPr indent="-298450" lvl="7" marL="3657600">
              <a:spcBef>
                <a:spcPts val="0"/>
              </a:spcBef>
              <a:spcAft>
                <a:spcPts val="0"/>
              </a:spcAft>
              <a:buSzPts val="1100"/>
              <a:buFont typeface="Barlow"/>
              <a:buChar char="○"/>
              <a:defRPr sz="1100">
                <a:latin typeface="Barlow"/>
                <a:ea typeface="Barlow"/>
                <a:cs typeface="Barlow"/>
                <a:sym typeface="Barlow"/>
              </a:defRPr>
            </a:lvl8pPr>
            <a:lvl9pPr indent="-298450" lvl="8" marL="4114800">
              <a:spcBef>
                <a:spcPts val="0"/>
              </a:spcBef>
              <a:spcAft>
                <a:spcPts val="0"/>
              </a:spcAft>
              <a:buSzPts val="1100"/>
              <a:buFont typeface="Barlow"/>
              <a:buChar char="■"/>
              <a:defRPr sz="1100">
                <a:latin typeface="Barlow"/>
                <a:ea typeface="Barlow"/>
                <a:cs typeface="Barlow"/>
                <a:sym typeface="Barlow"/>
              </a:defRPr>
            </a:lvl9pPr>
          </a:lstStyle>
          <a:p/>
        </p:txBody>
      </p:sp>
      <p:sp>
        <p:nvSpPr>
          <p:cNvPr id="237" name="Google Shape;237;p41"/>
          <p:cNvSpPr txBox="1"/>
          <p:nvPr>
            <p:ph idx="2" type="subTitle"/>
          </p:nvPr>
        </p:nvSpPr>
        <p:spPr>
          <a:xfrm>
            <a:off x="791150" y="522625"/>
            <a:ext cx="3918300" cy="2154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p:txBody>
      </p:sp>
      <p:sp>
        <p:nvSpPr>
          <p:cNvPr id="238" name="Google Shape;238;p41"/>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3"/>
                </a:solidFill>
              </a:defRPr>
            </a:lvl1pPr>
            <a:lvl2pPr lvl="1" rtl="0">
              <a:buNone/>
              <a:defRPr sz="1100">
                <a:solidFill>
                  <a:schemeClr val="accent3"/>
                </a:solidFill>
              </a:defRPr>
            </a:lvl2pPr>
            <a:lvl3pPr lvl="2" rtl="0">
              <a:buNone/>
              <a:defRPr sz="1100">
                <a:solidFill>
                  <a:schemeClr val="accent3"/>
                </a:solidFill>
              </a:defRPr>
            </a:lvl3pPr>
            <a:lvl4pPr lvl="3" rtl="0">
              <a:buNone/>
              <a:defRPr sz="1100">
                <a:solidFill>
                  <a:schemeClr val="accent3"/>
                </a:solidFill>
              </a:defRPr>
            </a:lvl4pPr>
            <a:lvl5pPr lvl="4" rtl="0">
              <a:buNone/>
              <a:defRPr sz="1100">
                <a:solidFill>
                  <a:schemeClr val="accent3"/>
                </a:solidFill>
              </a:defRPr>
            </a:lvl5pPr>
            <a:lvl6pPr lvl="5" rtl="0">
              <a:buNone/>
              <a:defRPr sz="1100">
                <a:solidFill>
                  <a:schemeClr val="accent3"/>
                </a:solidFill>
              </a:defRPr>
            </a:lvl6pPr>
            <a:lvl7pPr lvl="6" rtl="0">
              <a:buNone/>
              <a:defRPr sz="1100">
                <a:solidFill>
                  <a:schemeClr val="accent3"/>
                </a:solidFill>
              </a:defRPr>
            </a:lvl7pPr>
            <a:lvl8pPr lvl="7" rtl="0">
              <a:buNone/>
              <a:defRPr sz="1100">
                <a:solidFill>
                  <a:schemeClr val="accent3"/>
                </a:solidFill>
              </a:defRPr>
            </a:lvl8pPr>
            <a:lvl9pPr lvl="8" rtl="0">
              <a:buNone/>
              <a:defRPr sz="11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ket Trends + Data">
  <p:cSld name="MAIN_POINT">
    <p:bg>
      <p:bgPr>
        <a:solidFill>
          <a:schemeClr val="dk1"/>
        </a:solidFill>
      </p:bgPr>
    </p:bg>
    <p:spTree>
      <p:nvGrpSpPr>
        <p:cNvPr id="239" name="Shape 239"/>
        <p:cNvGrpSpPr/>
        <p:nvPr/>
      </p:nvGrpSpPr>
      <p:grpSpPr>
        <a:xfrm>
          <a:off x="0" y="0"/>
          <a:ext cx="0" cy="0"/>
          <a:chOff x="0" y="0"/>
          <a:chExt cx="0" cy="0"/>
        </a:xfrm>
      </p:grpSpPr>
      <p:sp>
        <p:nvSpPr>
          <p:cNvPr id="240" name="Google Shape;240;p42"/>
          <p:cNvSpPr txBox="1"/>
          <p:nvPr>
            <p:ph idx="1" type="subTitle"/>
          </p:nvPr>
        </p:nvSpPr>
        <p:spPr>
          <a:xfrm>
            <a:off x="690250" y="415625"/>
            <a:ext cx="1261800" cy="270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atin typeface="Barlow Light"/>
                <a:ea typeface="Barlow Light"/>
                <a:cs typeface="Barlow Light"/>
                <a:sym typeface="Barlow Light"/>
              </a:defRPr>
            </a:lvl1pPr>
            <a:lvl2pPr lvl="1">
              <a:spcBef>
                <a:spcPts val="0"/>
              </a:spcBef>
              <a:spcAft>
                <a:spcPts val="0"/>
              </a:spcAft>
              <a:buSzPts val="1400"/>
              <a:buNone/>
              <a:defRPr>
                <a:latin typeface="Barlow Light"/>
                <a:ea typeface="Barlow Light"/>
                <a:cs typeface="Barlow Light"/>
                <a:sym typeface="Barlow Light"/>
              </a:defRPr>
            </a:lvl2pPr>
            <a:lvl3pPr lvl="2">
              <a:spcBef>
                <a:spcPts val="0"/>
              </a:spcBef>
              <a:spcAft>
                <a:spcPts val="0"/>
              </a:spcAft>
              <a:buSzPts val="1400"/>
              <a:buNone/>
              <a:defRPr>
                <a:latin typeface="Barlow Light"/>
                <a:ea typeface="Barlow Light"/>
                <a:cs typeface="Barlow Light"/>
                <a:sym typeface="Barlow Light"/>
              </a:defRPr>
            </a:lvl3pPr>
            <a:lvl4pPr lvl="3">
              <a:spcBef>
                <a:spcPts val="0"/>
              </a:spcBef>
              <a:spcAft>
                <a:spcPts val="0"/>
              </a:spcAft>
              <a:buSzPts val="1400"/>
              <a:buNone/>
              <a:defRPr>
                <a:latin typeface="Barlow Light"/>
                <a:ea typeface="Barlow Light"/>
                <a:cs typeface="Barlow Light"/>
                <a:sym typeface="Barlow Light"/>
              </a:defRPr>
            </a:lvl4pPr>
            <a:lvl5pPr lvl="4">
              <a:spcBef>
                <a:spcPts val="0"/>
              </a:spcBef>
              <a:spcAft>
                <a:spcPts val="0"/>
              </a:spcAft>
              <a:buSzPts val="1400"/>
              <a:buNone/>
              <a:defRPr>
                <a:latin typeface="Barlow Light"/>
                <a:ea typeface="Barlow Light"/>
                <a:cs typeface="Barlow Light"/>
                <a:sym typeface="Barlow Light"/>
              </a:defRPr>
            </a:lvl5pPr>
            <a:lvl6pPr lvl="5">
              <a:spcBef>
                <a:spcPts val="0"/>
              </a:spcBef>
              <a:spcAft>
                <a:spcPts val="0"/>
              </a:spcAft>
              <a:buSzPts val="1400"/>
              <a:buNone/>
              <a:defRPr>
                <a:latin typeface="Barlow Light"/>
                <a:ea typeface="Barlow Light"/>
                <a:cs typeface="Barlow Light"/>
                <a:sym typeface="Barlow Light"/>
              </a:defRPr>
            </a:lvl6pPr>
            <a:lvl7pPr lvl="6">
              <a:spcBef>
                <a:spcPts val="0"/>
              </a:spcBef>
              <a:spcAft>
                <a:spcPts val="0"/>
              </a:spcAft>
              <a:buSzPts val="1400"/>
              <a:buNone/>
              <a:defRPr>
                <a:latin typeface="Barlow Light"/>
                <a:ea typeface="Barlow Light"/>
                <a:cs typeface="Barlow Light"/>
                <a:sym typeface="Barlow Light"/>
              </a:defRPr>
            </a:lvl7pPr>
            <a:lvl8pPr lvl="7">
              <a:spcBef>
                <a:spcPts val="0"/>
              </a:spcBef>
              <a:spcAft>
                <a:spcPts val="0"/>
              </a:spcAft>
              <a:buSzPts val="1400"/>
              <a:buNone/>
              <a:defRPr>
                <a:latin typeface="Barlow Light"/>
                <a:ea typeface="Barlow Light"/>
                <a:cs typeface="Barlow Light"/>
                <a:sym typeface="Barlow Light"/>
              </a:defRPr>
            </a:lvl8pPr>
            <a:lvl9pPr lvl="8">
              <a:spcBef>
                <a:spcPts val="0"/>
              </a:spcBef>
              <a:spcAft>
                <a:spcPts val="0"/>
              </a:spcAft>
              <a:buSzPts val="1400"/>
              <a:buNone/>
              <a:defRPr>
                <a:latin typeface="Barlow Light"/>
                <a:ea typeface="Barlow Light"/>
                <a:cs typeface="Barlow Light"/>
                <a:sym typeface="Barlow Light"/>
              </a:defRPr>
            </a:lvl9pPr>
          </a:lstStyle>
          <a:p/>
        </p:txBody>
      </p:sp>
      <p:sp>
        <p:nvSpPr>
          <p:cNvPr id="241" name="Google Shape;241;p42"/>
          <p:cNvSpPr txBox="1"/>
          <p:nvPr>
            <p:ph idx="2" type="subTitle"/>
          </p:nvPr>
        </p:nvSpPr>
        <p:spPr>
          <a:xfrm>
            <a:off x="480420" y="290626"/>
            <a:ext cx="3592200" cy="337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spcBef>
                <a:spcPts val="0"/>
              </a:spcBef>
              <a:spcAft>
                <a:spcPts val="0"/>
              </a:spcAft>
              <a:buSzPts val="1400"/>
              <a:buNone/>
              <a:defRPr>
                <a:latin typeface="Hepta Slab Light"/>
                <a:ea typeface="Hepta Slab Light"/>
                <a:cs typeface="Hepta Slab Light"/>
                <a:sym typeface="Hepta Slab Light"/>
              </a:defRPr>
            </a:lvl2pPr>
            <a:lvl3pPr lvl="2">
              <a:spcBef>
                <a:spcPts val="0"/>
              </a:spcBef>
              <a:spcAft>
                <a:spcPts val="0"/>
              </a:spcAft>
              <a:buSzPts val="1400"/>
              <a:buNone/>
              <a:defRPr>
                <a:latin typeface="Hepta Slab Light"/>
                <a:ea typeface="Hepta Slab Light"/>
                <a:cs typeface="Hepta Slab Light"/>
                <a:sym typeface="Hepta Slab Light"/>
              </a:defRPr>
            </a:lvl3pPr>
            <a:lvl4pPr lvl="3">
              <a:spcBef>
                <a:spcPts val="0"/>
              </a:spcBef>
              <a:spcAft>
                <a:spcPts val="0"/>
              </a:spcAft>
              <a:buSzPts val="1400"/>
              <a:buNone/>
              <a:defRPr>
                <a:latin typeface="Hepta Slab Light"/>
                <a:ea typeface="Hepta Slab Light"/>
                <a:cs typeface="Hepta Slab Light"/>
                <a:sym typeface="Hepta Slab Light"/>
              </a:defRPr>
            </a:lvl4pPr>
            <a:lvl5pPr lvl="4">
              <a:spcBef>
                <a:spcPts val="0"/>
              </a:spcBef>
              <a:spcAft>
                <a:spcPts val="0"/>
              </a:spcAft>
              <a:buSzPts val="1400"/>
              <a:buNone/>
              <a:defRPr>
                <a:latin typeface="Hepta Slab Light"/>
                <a:ea typeface="Hepta Slab Light"/>
                <a:cs typeface="Hepta Slab Light"/>
                <a:sym typeface="Hepta Slab Light"/>
              </a:defRPr>
            </a:lvl5pPr>
            <a:lvl6pPr lvl="5">
              <a:spcBef>
                <a:spcPts val="0"/>
              </a:spcBef>
              <a:spcAft>
                <a:spcPts val="0"/>
              </a:spcAft>
              <a:buSzPts val="1400"/>
              <a:buNone/>
              <a:defRPr>
                <a:latin typeface="Hepta Slab Light"/>
                <a:ea typeface="Hepta Slab Light"/>
                <a:cs typeface="Hepta Slab Light"/>
                <a:sym typeface="Hepta Slab Light"/>
              </a:defRPr>
            </a:lvl6pPr>
            <a:lvl7pPr lvl="6">
              <a:spcBef>
                <a:spcPts val="0"/>
              </a:spcBef>
              <a:spcAft>
                <a:spcPts val="0"/>
              </a:spcAft>
              <a:buSzPts val="1400"/>
              <a:buNone/>
              <a:defRPr>
                <a:latin typeface="Hepta Slab Light"/>
                <a:ea typeface="Hepta Slab Light"/>
                <a:cs typeface="Hepta Slab Light"/>
                <a:sym typeface="Hepta Slab Light"/>
              </a:defRPr>
            </a:lvl7pPr>
            <a:lvl8pPr lvl="7">
              <a:spcBef>
                <a:spcPts val="0"/>
              </a:spcBef>
              <a:spcAft>
                <a:spcPts val="0"/>
              </a:spcAft>
              <a:buSzPts val="1400"/>
              <a:buNone/>
              <a:defRPr>
                <a:latin typeface="Hepta Slab Light"/>
                <a:ea typeface="Hepta Slab Light"/>
                <a:cs typeface="Hepta Slab Light"/>
                <a:sym typeface="Hepta Slab Light"/>
              </a:defRPr>
            </a:lvl8pPr>
            <a:lvl9pPr lvl="8">
              <a:spcBef>
                <a:spcPts val="0"/>
              </a:spcBef>
              <a:spcAft>
                <a:spcPts val="0"/>
              </a:spcAft>
              <a:buSzPts val="1400"/>
              <a:buNone/>
              <a:defRPr>
                <a:latin typeface="Hepta Slab Light"/>
                <a:ea typeface="Hepta Slab Light"/>
                <a:cs typeface="Hepta Slab Light"/>
                <a:sym typeface="Hepta Slab Light"/>
              </a:defRPr>
            </a:lvl9pPr>
          </a:lstStyle>
          <a:p/>
        </p:txBody>
      </p:sp>
      <p:sp>
        <p:nvSpPr>
          <p:cNvPr id="242" name="Google Shape;242;p42"/>
          <p:cNvSpPr txBox="1"/>
          <p:nvPr>
            <p:ph idx="3" type="body"/>
          </p:nvPr>
        </p:nvSpPr>
        <p:spPr>
          <a:xfrm>
            <a:off x="480425" y="534275"/>
            <a:ext cx="4878300" cy="1917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243" name="Google Shape;243;p42"/>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3"/>
                </a:solidFill>
                <a:latin typeface="Barlow"/>
                <a:ea typeface="Barlow"/>
                <a:cs typeface="Barlow"/>
                <a:sym typeface="Barlow"/>
              </a:defRPr>
            </a:lvl1pPr>
            <a:lvl2pPr lvl="1" rtl="0">
              <a:buNone/>
              <a:defRPr sz="1100">
                <a:solidFill>
                  <a:schemeClr val="accent3"/>
                </a:solidFill>
                <a:latin typeface="Barlow"/>
                <a:ea typeface="Barlow"/>
                <a:cs typeface="Barlow"/>
                <a:sym typeface="Barlow"/>
              </a:defRPr>
            </a:lvl2pPr>
            <a:lvl3pPr lvl="2" rtl="0">
              <a:buNone/>
              <a:defRPr sz="1100">
                <a:solidFill>
                  <a:schemeClr val="accent3"/>
                </a:solidFill>
                <a:latin typeface="Barlow"/>
                <a:ea typeface="Barlow"/>
                <a:cs typeface="Barlow"/>
                <a:sym typeface="Barlow"/>
              </a:defRPr>
            </a:lvl3pPr>
            <a:lvl4pPr lvl="3" rtl="0">
              <a:buNone/>
              <a:defRPr sz="1100">
                <a:solidFill>
                  <a:schemeClr val="accent3"/>
                </a:solidFill>
                <a:latin typeface="Barlow"/>
                <a:ea typeface="Barlow"/>
                <a:cs typeface="Barlow"/>
                <a:sym typeface="Barlow"/>
              </a:defRPr>
            </a:lvl4pPr>
            <a:lvl5pPr lvl="4" rtl="0">
              <a:buNone/>
              <a:defRPr sz="1100">
                <a:solidFill>
                  <a:schemeClr val="accent3"/>
                </a:solidFill>
                <a:latin typeface="Barlow"/>
                <a:ea typeface="Barlow"/>
                <a:cs typeface="Barlow"/>
                <a:sym typeface="Barlow"/>
              </a:defRPr>
            </a:lvl5pPr>
            <a:lvl6pPr lvl="5" rtl="0">
              <a:buNone/>
              <a:defRPr sz="1100">
                <a:solidFill>
                  <a:schemeClr val="accent3"/>
                </a:solidFill>
                <a:latin typeface="Barlow"/>
                <a:ea typeface="Barlow"/>
                <a:cs typeface="Barlow"/>
                <a:sym typeface="Barlow"/>
              </a:defRPr>
            </a:lvl6pPr>
            <a:lvl7pPr lvl="6" rtl="0">
              <a:buNone/>
              <a:defRPr sz="1100">
                <a:solidFill>
                  <a:schemeClr val="accent3"/>
                </a:solidFill>
                <a:latin typeface="Barlow"/>
                <a:ea typeface="Barlow"/>
                <a:cs typeface="Barlow"/>
                <a:sym typeface="Barlow"/>
              </a:defRPr>
            </a:lvl7pPr>
            <a:lvl8pPr lvl="7" rtl="0">
              <a:buNone/>
              <a:defRPr sz="1100">
                <a:solidFill>
                  <a:schemeClr val="accent3"/>
                </a:solidFill>
                <a:latin typeface="Barlow"/>
                <a:ea typeface="Barlow"/>
                <a:cs typeface="Barlow"/>
                <a:sym typeface="Barlow"/>
              </a:defRPr>
            </a:lvl8pPr>
            <a:lvl9pPr lvl="8" rtl="0">
              <a:buNone/>
              <a:defRPr sz="1100">
                <a:solidFill>
                  <a:schemeClr val="accent3"/>
                </a:solidFill>
                <a:latin typeface="Barlow"/>
                <a:ea typeface="Barlow"/>
                <a:cs typeface="Barlow"/>
                <a:sym typeface="Barlow"/>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60">
          <p15:clr>
            <a:srgbClr val="E46962"/>
          </p15:clr>
        </p15:guide>
        <p15:guide id="2" orient="horz" pos="347">
          <p15:clr>
            <a:srgbClr val="E46962"/>
          </p15:clr>
        </p15:guide>
      </p15:sldGuideLst>
    </p:ext>
  </p:extLst>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WOT Analysis">
  <p:cSld name="CUSTOM_14">
    <p:bg>
      <p:bgPr>
        <a:solidFill>
          <a:schemeClr val="dk1"/>
        </a:solidFill>
      </p:bgPr>
    </p:bg>
    <p:spTree>
      <p:nvGrpSpPr>
        <p:cNvPr id="244" name="Shape 244"/>
        <p:cNvGrpSpPr/>
        <p:nvPr/>
      </p:nvGrpSpPr>
      <p:grpSpPr>
        <a:xfrm>
          <a:off x="0" y="0"/>
          <a:ext cx="0" cy="0"/>
          <a:chOff x="0" y="0"/>
          <a:chExt cx="0" cy="0"/>
        </a:xfrm>
      </p:grpSpPr>
      <p:sp>
        <p:nvSpPr>
          <p:cNvPr id="245" name="Google Shape;245;p43"/>
          <p:cNvSpPr txBox="1"/>
          <p:nvPr>
            <p:ph type="title"/>
          </p:nvPr>
        </p:nvSpPr>
        <p:spPr>
          <a:xfrm>
            <a:off x="723861" y="1584738"/>
            <a:ext cx="2670600" cy="315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p:txBody>
      </p:sp>
      <p:sp>
        <p:nvSpPr>
          <p:cNvPr id="246" name="Google Shape;246;p43"/>
          <p:cNvSpPr txBox="1"/>
          <p:nvPr>
            <p:ph idx="2" type="title"/>
          </p:nvPr>
        </p:nvSpPr>
        <p:spPr>
          <a:xfrm>
            <a:off x="723861" y="2390981"/>
            <a:ext cx="2670600" cy="315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p:txBody>
      </p:sp>
      <p:sp>
        <p:nvSpPr>
          <p:cNvPr id="247" name="Google Shape;247;p43"/>
          <p:cNvSpPr txBox="1"/>
          <p:nvPr>
            <p:ph idx="3" type="title"/>
          </p:nvPr>
        </p:nvSpPr>
        <p:spPr>
          <a:xfrm>
            <a:off x="723861" y="3157931"/>
            <a:ext cx="2670600" cy="315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p:txBody>
      </p:sp>
      <p:sp>
        <p:nvSpPr>
          <p:cNvPr id="248" name="Google Shape;248;p43"/>
          <p:cNvSpPr txBox="1"/>
          <p:nvPr>
            <p:ph idx="4" type="title"/>
          </p:nvPr>
        </p:nvSpPr>
        <p:spPr>
          <a:xfrm>
            <a:off x="723861" y="3954905"/>
            <a:ext cx="2670600" cy="315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p:txBody>
      </p:sp>
      <p:sp>
        <p:nvSpPr>
          <p:cNvPr id="249" name="Google Shape;249;p43"/>
          <p:cNvSpPr txBox="1"/>
          <p:nvPr>
            <p:ph idx="1" type="subTitle"/>
          </p:nvPr>
        </p:nvSpPr>
        <p:spPr>
          <a:xfrm>
            <a:off x="480420" y="290626"/>
            <a:ext cx="3592200" cy="337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spcBef>
                <a:spcPts val="0"/>
              </a:spcBef>
              <a:spcAft>
                <a:spcPts val="0"/>
              </a:spcAft>
              <a:buSzPts val="1400"/>
              <a:buNone/>
              <a:defRPr>
                <a:latin typeface="Barlow Light"/>
                <a:ea typeface="Barlow Light"/>
                <a:cs typeface="Barlow Light"/>
                <a:sym typeface="Barlow Light"/>
              </a:defRPr>
            </a:lvl2pPr>
            <a:lvl3pPr lvl="2">
              <a:spcBef>
                <a:spcPts val="0"/>
              </a:spcBef>
              <a:spcAft>
                <a:spcPts val="0"/>
              </a:spcAft>
              <a:buSzPts val="1400"/>
              <a:buNone/>
              <a:defRPr>
                <a:latin typeface="Barlow Light"/>
                <a:ea typeface="Barlow Light"/>
                <a:cs typeface="Barlow Light"/>
                <a:sym typeface="Barlow Light"/>
              </a:defRPr>
            </a:lvl3pPr>
            <a:lvl4pPr lvl="3">
              <a:spcBef>
                <a:spcPts val="0"/>
              </a:spcBef>
              <a:spcAft>
                <a:spcPts val="0"/>
              </a:spcAft>
              <a:buSzPts val="1400"/>
              <a:buNone/>
              <a:defRPr>
                <a:latin typeface="Barlow Light"/>
                <a:ea typeface="Barlow Light"/>
                <a:cs typeface="Barlow Light"/>
                <a:sym typeface="Barlow Light"/>
              </a:defRPr>
            </a:lvl4pPr>
            <a:lvl5pPr lvl="4">
              <a:spcBef>
                <a:spcPts val="0"/>
              </a:spcBef>
              <a:spcAft>
                <a:spcPts val="0"/>
              </a:spcAft>
              <a:buSzPts val="1400"/>
              <a:buNone/>
              <a:defRPr>
                <a:latin typeface="Barlow Light"/>
                <a:ea typeface="Barlow Light"/>
                <a:cs typeface="Barlow Light"/>
                <a:sym typeface="Barlow Light"/>
              </a:defRPr>
            </a:lvl5pPr>
            <a:lvl6pPr lvl="5">
              <a:spcBef>
                <a:spcPts val="0"/>
              </a:spcBef>
              <a:spcAft>
                <a:spcPts val="0"/>
              </a:spcAft>
              <a:buSzPts val="1400"/>
              <a:buNone/>
              <a:defRPr>
                <a:latin typeface="Barlow Light"/>
                <a:ea typeface="Barlow Light"/>
                <a:cs typeface="Barlow Light"/>
                <a:sym typeface="Barlow Light"/>
              </a:defRPr>
            </a:lvl6pPr>
            <a:lvl7pPr lvl="6">
              <a:spcBef>
                <a:spcPts val="0"/>
              </a:spcBef>
              <a:spcAft>
                <a:spcPts val="0"/>
              </a:spcAft>
              <a:buSzPts val="1400"/>
              <a:buNone/>
              <a:defRPr>
                <a:latin typeface="Barlow Light"/>
                <a:ea typeface="Barlow Light"/>
                <a:cs typeface="Barlow Light"/>
                <a:sym typeface="Barlow Light"/>
              </a:defRPr>
            </a:lvl7pPr>
            <a:lvl8pPr lvl="7">
              <a:spcBef>
                <a:spcPts val="0"/>
              </a:spcBef>
              <a:spcAft>
                <a:spcPts val="0"/>
              </a:spcAft>
              <a:buSzPts val="1400"/>
              <a:buNone/>
              <a:defRPr>
                <a:latin typeface="Barlow Light"/>
                <a:ea typeface="Barlow Light"/>
                <a:cs typeface="Barlow Light"/>
                <a:sym typeface="Barlow Light"/>
              </a:defRPr>
            </a:lvl8pPr>
            <a:lvl9pPr lvl="8">
              <a:spcBef>
                <a:spcPts val="0"/>
              </a:spcBef>
              <a:spcAft>
                <a:spcPts val="0"/>
              </a:spcAft>
              <a:buSzPts val="1400"/>
              <a:buNone/>
              <a:defRPr>
                <a:latin typeface="Barlow Light"/>
                <a:ea typeface="Barlow Light"/>
                <a:cs typeface="Barlow Light"/>
                <a:sym typeface="Barlow Light"/>
              </a:defRPr>
            </a:lvl9pPr>
          </a:lstStyle>
          <a:p/>
        </p:txBody>
      </p:sp>
      <p:sp>
        <p:nvSpPr>
          <p:cNvPr id="250" name="Google Shape;250;p43"/>
          <p:cNvSpPr txBox="1"/>
          <p:nvPr>
            <p:ph idx="5" type="body"/>
          </p:nvPr>
        </p:nvSpPr>
        <p:spPr>
          <a:xfrm>
            <a:off x="480425" y="610475"/>
            <a:ext cx="4878300" cy="3768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317500" lvl="1" marL="914400">
              <a:spcBef>
                <a:spcPts val="0"/>
              </a:spcBef>
              <a:spcAft>
                <a:spcPts val="0"/>
              </a:spcAft>
              <a:buClr>
                <a:schemeClr val="lt1"/>
              </a:buClr>
              <a:buSzPts val="1400"/>
              <a:buFont typeface="Barlow"/>
              <a:buChar char="○"/>
              <a:defRPr>
                <a:solidFill>
                  <a:schemeClr val="lt1"/>
                </a:solidFill>
                <a:latin typeface="Barlow"/>
                <a:ea typeface="Barlow"/>
                <a:cs typeface="Barlow"/>
                <a:sym typeface="Barlow"/>
              </a:defRPr>
            </a:lvl2pPr>
            <a:lvl3pPr indent="-311150" lvl="2" marL="1371600">
              <a:spcBef>
                <a:spcPts val="0"/>
              </a:spcBef>
              <a:spcAft>
                <a:spcPts val="0"/>
              </a:spcAft>
              <a:buClr>
                <a:schemeClr val="lt1"/>
              </a:buClr>
              <a:buSzPts val="1300"/>
              <a:buFont typeface="Barlow"/>
              <a:buChar char="■"/>
              <a:defRPr>
                <a:solidFill>
                  <a:schemeClr val="lt1"/>
                </a:solidFill>
                <a:latin typeface="Barlow"/>
                <a:ea typeface="Barlow"/>
                <a:cs typeface="Barlow"/>
                <a:sym typeface="Barlow"/>
              </a:defRPr>
            </a:lvl3pPr>
            <a:lvl4pPr indent="-304800" lvl="3" marL="1828800">
              <a:spcBef>
                <a:spcPts val="0"/>
              </a:spcBef>
              <a:spcAft>
                <a:spcPts val="0"/>
              </a:spcAft>
              <a:buClr>
                <a:schemeClr val="lt1"/>
              </a:buClr>
              <a:buSzPts val="1200"/>
              <a:buFont typeface="Barlow"/>
              <a:buChar char="●"/>
              <a:defRPr>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2100" lvl="5" marL="2743200">
              <a:spcBef>
                <a:spcPts val="0"/>
              </a:spcBef>
              <a:spcAft>
                <a:spcPts val="0"/>
              </a:spcAft>
              <a:buClr>
                <a:schemeClr val="lt1"/>
              </a:buClr>
              <a:buSzPts val="1000"/>
              <a:buFont typeface="Barlow"/>
              <a:buChar char="■"/>
              <a:defRPr>
                <a:solidFill>
                  <a:schemeClr val="lt1"/>
                </a:solidFill>
                <a:latin typeface="Barlow"/>
                <a:ea typeface="Barlow"/>
                <a:cs typeface="Barlow"/>
                <a:sym typeface="Barlow"/>
              </a:defRPr>
            </a:lvl6pPr>
            <a:lvl7pPr indent="-285750" lvl="6" marL="3200400">
              <a:spcBef>
                <a:spcPts val="0"/>
              </a:spcBef>
              <a:spcAft>
                <a:spcPts val="0"/>
              </a:spcAft>
              <a:buClr>
                <a:schemeClr val="lt1"/>
              </a:buClr>
              <a:buSzPts val="900"/>
              <a:buFont typeface="Barlow"/>
              <a:buChar char="●"/>
              <a:defRPr>
                <a:solidFill>
                  <a:schemeClr val="lt1"/>
                </a:solidFill>
                <a:latin typeface="Barlow"/>
                <a:ea typeface="Barlow"/>
                <a:cs typeface="Barlow"/>
                <a:sym typeface="Barlow"/>
              </a:defRPr>
            </a:lvl7pPr>
            <a:lvl8pPr indent="-279400" lvl="7" marL="3657600">
              <a:spcBef>
                <a:spcPts val="0"/>
              </a:spcBef>
              <a:spcAft>
                <a:spcPts val="0"/>
              </a:spcAft>
              <a:buClr>
                <a:schemeClr val="lt1"/>
              </a:buClr>
              <a:buSzPts val="800"/>
              <a:buFont typeface="Barlow"/>
              <a:buChar char="○"/>
              <a:defRPr>
                <a:solidFill>
                  <a:schemeClr val="lt1"/>
                </a:solidFill>
                <a:latin typeface="Barlow"/>
                <a:ea typeface="Barlow"/>
                <a:cs typeface="Barlow"/>
                <a:sym typeface="Barlow"/>
              </a:defRPr>
            </a:lvl8pPr>
            <a:lvl9pPr indent="-273050" lvl="8" marL="4114800">
              <a:spcBef>
                <a:spcPts val="0"/>
              </a:spcBef>
              <a:spcAft>
                <a:spcPts val="0"/>
              </a:spcAft>
              <a:buClr>
                <a:schemeClr val="lt1"/>
              </a:buClr>
              <a:buSzPts val="700"/>
              <a:buFont typeface="Barlow"/>
              <a:buChar char="■"/>
              <a:defRPr>
                <a:solidFill>
                  <a:schemeClr val="lt1"/>
                </a:solidFill>
                <a:latin typeface="Barlow"/>
                <a:ea typeface="Barlow"/>
                <a:cs typeface="Barlow"/>
                <a:sym typeface="Barlow"/>
              </a:defRPr>
            </a:lvl9pPr>
          </a:lstStyle>
          <a:p/>
        </p:txBody>
      </p:sp>
      <p:sp>
        <p:nvSpPr>
          <p:cNvPr id="251" name="Google Shape;251;p43"/>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3"/>
                </a:solidFill>
              </a:defRPr>
            </a:lvl1pPr>
            <a:lvl2pPr lvl="1" rtl="0">
              <a:buNone/>
              <a:defRPr sz="1100">
                <a:solidFill>
                  <a:schemeClr val="accent3"/>
                </a:solidFill>
              </a:defRPr>
            </a:lvl2pPr>
            <a:lvl3pPr lvl="2" rtl="0">
              <a:buNone/>
              <a:defRPr sz="1100">
                <a:solidFill>
                  <a:schemeClr val="accent3"/>
                </a:solidFill>
              </a:defRPr>
            </a:lvl3pPr>
            <a:lvl4pPr lvl="3" rtl="0">
              <a:buNone/>
              <a:defRPr sz="1100">
                <a:solidFill>
                  <a:schemeClr val="accent3"/>
                </a:solidFill>
              </a:defRPr>
            </a:lvl4pPr>
            <a:lvl5pPr lvl="4" rtl="0">
              <a:buNone/>
              <a:defRPr sz="1100">
                <a:solidFill>
                  <a:schemeClr val="accent3"/>
                </a:solidFill>
              </a:defRPr>
            </a:lvl5pPr>
            <a:lvl6pPr lvl="5" rtl="0">
              <a:buNone/>
              <a:defRPr sz="1100">
                <a:solidFill>
                  <a:schemeClr val="accent3"/>
                </a:solidFill>
              </a:defRPr>
            </a:lvl6pPr>
            <a:lvl7pPr lvl="6" rtl="0">
              <a:buNone/>
              <a:defRPr sz="1100">
                <a:solidFill>
                  <a:schemeClr val="accent3"/>
                </a:solidFill>
              </a:defRPr>
            </a:lvl7pPr>
            <a:lvl8pPr lvl="7" rtl="0">
              <a:buNone/>
              <a:defRPr sz="1100">
                <a:solidFill>
                  <a:schemeClr val="accent3"/>
                </a:solidFill>
              </a:defRPr>
            </a:lvl8pPr>
            <a:lvl9pPr lvl="8" rtl="0">
              <a:buNone/>
              <a:defRPr sz="11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 Thank You">
  <p:cSld name="CUSTOM_13">
    <p:bg>
      <p:bgPr>
        <a:solidFill>
          <a:schemeClr val="lt1"/>
        </a:solidFill>
      </p:bgPr>
    </p:bg>
    <p:spTree>
      <p:nvGrpSpPr>
        <p:cNvPr id="252" name="Shape 252"/>
        <p:cNvGrpSpPr/>
        <p:nvPr/>
      </p:nvGrpSpPr>
      <p:grpSpPr>
        <a:xfrm>
          <a:off x="0" y="0"/>
          <a:ext cx="0" cy="0"/>
          <a:chOff x="0" y="0"/>
          <a:chExt cx="0" cy="0"/>
        </a:xfrm>
      </p:grpSpPr>
      <p:sp>
        <p:nvSpPr>
          <p:cNvPr id="253" name="Google Shape;253;p44"/>
          <p:cNvSpPr txBox="1"/>
          <p:nvPr>
            <p:ph type="title"/>
          </p:nvPr>
        </p:nvSpPr>
        <p:spPr>
          <a:xfrm>
            <a:off x="455221" y="1321125"/>
            <a:ext cx="5094600" cy="1749900"/>
          </a:xfrm>
          <a:prstGeom prst="rect">
            <a:avLst/>
          </a:prstGeom>
          <a:noFill/>
        </p:spPr>
        <p:txBody>
          <a:bodyPr anchorCtr="0" anchor="t" bIns="91425" lIns="91425" spcFirstLastPara="1" rIns="91425" wrap="square" tIns="91425">
            <a:noAutofit/>
          </a:bodyPr>
          <a:lstStyle>
            <a:lvl1pPr lvl="0">
              <a:spcBef>
                <a:spcPts val="0"/>
              </a:spcBef>
              <a:spcAft>
                <a:spcPts val="0"/>
              </a:spcAft>
              <a:buSzPts val="5400"/>
              <a:buNone/>
              <a:defRPr sz="5400"/>
            </a:lvl1pPr>
            <a:lvl2pPr lvl="1">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2pPr>
            <a:lvl3pPr lvl="2">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3pPr>
            <a:lvl4pPr lvl="3">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4pPr>
            <a:lvl5pPr lvl="4">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5pPr>
            <a:lvl6pPr lvl="5">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6pPr>
            <a:lvl7pPr lvl="6">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7pPr>
            <a:lvl8pPr lvl="7">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8pPr>
            <a:lvl9pPr lvl="8">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9pPr>
          </a:lstStyle>
          <a:p/>
        </p:txBody>
      </p:sp>
      <p:sp>
        <p:nvSpPr>
          <p:cNvPr id="254" name="Google Shape;254;p44"/>
          <p:cNvSpPr txBox="1"/>
          <p:nvPr>
            <p:ph idx="1" type="body"/>
          </p:nvPr>
        </p:nvSpPr>
        <p:spPr>
          <a:xfrm>
            <a:off x="567029" y="4500404"/>
            <a:ext cx="1015800" cy="266100"/>
          </a:xfrm>
          <a:prstGeom prst="rect">
            <a:avLst/>
          </a:prstGeom>
          <a:ln cap="flat" cmpd="sng" w="9525">
            <a:solidFill>
              <a:schemeClr val="dk1"/>
            </a:solidFill>
            <a:prstDash val="solid"/>
            <a:round/>
            <a:headEnd len="sm" w="sm" type="none"/>
            <a:tailEnd len="sm" w="sm" type="none"/>
          </a:ln>
        </p:spPr>
        <p:txBody>
          <a:bodyPr anchorCtr="0" anchor="t" bIns="0" lIns="0" spcFirstLastPara="1" rIns="0" wrap="square" tIns="0">
            <a:spAutoFit/>
          </a:bodyPr>
          <a:lstStyle>
            <a:lvl1pPr indent="-298450" lvl="0" marL="457200">
              <a:spcBef>
                <a:spcPts val="0"/>
              </a:spcBef>
              <a:spcAft>
                <a:spcPts val="0"/>
              </a:spcAft>
              <a:buSzPts val="1100"/>
              <a:buFont typeface="Barlow Medium"/>
              <a:buChar char="●"/>
              <a:defRPr sz="1100">
                <a:latin typeface="Barlow Medium"/>
                <a:ea typeface="Barlow Medium"/>
                <a:cs typeface="Barlow Medium"/>
                <a:sym typeface="Barlow Medium"/>
              </a:defRPr>
            </a:lvl1pPr>
            <a:lvl2pPr indent="-298450" lvl="1" marL="914400">
              <a:spcBef>
                <a:spcPts val="0"/>
              </a:spcBef>
              <a:spcAft>
                <a:spcPts val="0"/>
              </a:spcAft>
              <a:buSzPts val="1100"/>
              <a:buFont typeface="Barlow Medium"/>
              <a:buChar char="○"/>
              <a:defRPr sz="1100">
                <a:latin typeface="Barlow Medium"/>
                <a:ea typeface="Barlow Medium"/>
                <a:cs typeface="Barlow Medium"/>
                <a:sym typeface="Barlow Medium"/>
              </a:defRPr>
            </a:lvl2pPr>
            <a:lvl3pPr indent="-298450" lvl="2" marL="1371600">
              <a:spcBef>
                <a:spcPts val="0"/>
              </a:spcBef>
              <a:spcAft>
                <a:spcPts val="0"/>
              </a:spcAft>
              <a:buSzPts val="1100"/>
              <a:buFont typeface="Barlow Medium"/>
              <a:buChar char="■"/>
              <a:defRPr sz="1100">
                <a:latin typeface="Barlow Medium"/>
                <a:ea typeface="Barlow Medium"/>
                <a:cs typeface="Barlow Medium"/>
                <a:sym typeface="Barlow Medium"/>
              </a:defRPr>
            </a:lvl3pPr>
            <a:lvl4pPr indent="-298450" lvl="3" marL="1828800">
              <a:spcBef>
                <a:spcPts val="0"/>
              </a:spcBef>
              <a:spcAft>
                <a:spcPts val="0"/>
              </a:spcAft>
              <a:buSzPts val="1100"/>
              <a:buFont typeface="Barlow Medium"/>
              <a:buChar char="●"/>
              <a:defRPr sz="1100">
                <a:latin typeface="Barlow Medium"/>
                <a:ea typeface="Barlow Medium"/>
                <a:cs typeface="Barlow Medium"/>
                <a:sym typeface="Barlow Medium"/>
              </a:defRPr>
            </a:lvl4pPr>
            <a:lvl5pPr indent="-298450" lvl="4" marL="2286000">
              <a:spcBef>
                <a:spcPts val="0"/>
              </a:spcBef>
              <a:spcAft>
                <a:spcPts val="0"/>
              </a:spcAft>
              <a:buSzPts val="1100"/>
              <a:buFont typeface="Barlow Medium"/>
              <a:buChar char="○"/>
              <a:defRPr>
                <a:latin typeface="Barlow Medium"/>
                <a:ea typeface="Barlow Medium"/>
                <a:cs typeface="Barlow Medium"/>
                <a:sym typeface="Barlow Medium"/>
              </a:defRPr>
            </a:lvl5pPr>
            <a:lvl6pPr indent="-298450" lvl="5" marL="2743200">
              <a:spcBef>
                <a:spcPts val="0"/>
              </a:spcBef>
              <a:spcAft>
                <a:spcPts val="0"/>
              </a:spcAft>
              <a:buSzPts val="1100"/>
              <a:buFont typeface="Barlow Medium"/>
              <a:buChar char="■"/>
              <a:defRPr sz="1100">
                <a:latin typeface="Barlow Medium"/>
                <a:ea typeface="Barlow Medium"/>
                <a:cs typeface="Barlow Medium"/>
                <a:sym typeface="Barlow Medium"/>
              </a:defRPr>
            </a:lvl6pPr>
            <a:lvl7pPr indent="-298450" lvl="6" marL="3200400">
              <a:spcBef>
                <a:spcPts val="0"/>
              </a:spcBef>
              <a:spcAft>
                <a:spcPts val="0"/>
              </a:spcAft>
              <a:buSzPts val="1100"/>
              <a:buFont typeface="Barlow Medium"/>
              <a:buChar char="●"/>
              <a:defRPr sz="1100">
                <a:latin typeface="Barlow Medium"/>
                <a:ea typeface="Barlow Medium"/>
                <a:cs typeface="Barlow Medium"/>
                <a:sym typeface="Barlow Medium"/>
              </a:defRPr>
            </a:lvl7pPr>
            <a:lvl8pPr indent="-298450" lvl="7" marL="3657600">
              <a:spcBef>
                <a:spcPts val="0"/>
              </a:spcBef>
              <a:spcAft>
                <a:spcPts val="0"/>
              </a:spcAft>
              <a:buSzPts val="1100"/>
              <a:buFont typeface="Barlow Medium"/>
              <a:buChar char="○"/>
              <a:defRPr sz="1100">
                <a:latin typeface="Barlow Medium"/>
                <a:ea typeface="Barlow Medium"/>
                <a:cs typeface="Barlow Medium"/>
                <a:sym typeface="Barlow Medium"/>
              </a:defRPr>
            </a:lvl8pPr>
            <a:lvl9pPr indent="-298450" lvl="8" marL="4114800">
              <a:spcBef>
                <a:spcPts val="0"/>
              </a:spcBef>
              <a:spcAft>
                <a:spcPts val="0"/>
              </a:spcAft>
              <a:buSzPts val="1100"/>
              <a:buFont typeface="Barlow Medium"/>
              <a:buChar char="■"/>
              <a:defRPr sz="1100">
                <a:latin typeface="Barlow Medium"/>
                <a:ea typeface="Barlow Medium"/>
                <a:cs typeface="Barlow Medium"/>
                <a:sym typeface="Barlow Medium"/>
              </a:defRPr>
            </a:lvl9pPr>
          </a:lstStyle>
          <a:p/>
        </p:txBody>
      </p:sp>
      <p:sp>
        <p:nvSpPr>
          <p:cNvPr id="255" name="Google Shape;255;p4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atin typeface="Barlow Medium"/>
                <a:ea typeface="Barlow Medium"/>
                <a:cs typeface="Barlow Medium"/>
                <a:sym typeface="Barlow Medium"/>
              </a:defRPr>
            </a:lvl1pPr>
            <a:lvl2pPr lvl="1">
              <a:buNone/>
              <a:defRPr>
                <a:latin typeface="Barlow Medium"/>
                <a:ea typeface="Barlow Medium"/>
                <a:cs typeface="Barlow Medium"/>
                <a:sym typeface="Barlow Medium"/>
              </a:defRPr>
            </a:lvl2pPr>
            <a:lvl3pPr lvl="2">
              <a:buNone/>
              <a:defRPr>
                <a:latin typeface="Barlow Medium"/>
                <a:ea typeface="Barlow Medium"/>
                <a:cs typeface="Barlow Medium"/>
                <a:sym typeface="Barlow Medium"/>
              </a:defRPr>
            </a:lvl3pPr>
            <a:lvl4pPr lvl="3">
              <a:buNone/>
              <a:defRPr>
                <a:latin typeface="Barlow Medium"/>
                <a:ea typeface="Barlow Medium"/>
                <a:cs typeface="Barlow Medium"/>
                <a:sym typeface="Barlow Medium"/>
              </a:defRPr>
            </a:lvl4pPr>
            <a:lvl5pPr lvl="4">
              <a:buNone/>
              <a:defRPr>
                <a:latin typeface="Barlow Medium"/>
                <a:ea typeface="Barlow Medium"/>
                <a:cs typeface="Barlow Medium"/>
                <a:sym typeface="Barlow Medium"/>
              </a:defRPr>
            </a:lvl5pPr>
            <a:lvl6pPr lvl="5">
              <a:buNone/>
              <a:defRPr>
                <a:latin typeface="Barlow Medium"/>
                <a:ea typeface="Barlow Medium"/>
                <a:cs typeface="Barlow Medium"/>
                <a:sym typeface="Barlow Medium"/>
              </a:defRPr>
            </a:lvl6pPr>
            <a:lvl7pPr lvl="6">
              <a:buNone/>
              <a:defRPr>
                <a:latin typeface="Barlow Medium"/>
                <a:ea typeface="Barlow Medium"/>
                <a:cs typeface="Barlow Medium"/>
                <a:sym typeface="Barlow Medium"/>
              </a:defRPr>
            </a:lvl7pPr>
            <a:lvl8pPr lvl="7">
              <a:buNone/>
              <a:defRPr>
                <a:latin typeface="Barlow Medium"/>
                <a:ea typeface="Barlow Medium"/>
                <a:cs typeface="Barlow Medium"/>
                <a:sym typeface="Barlow Medium"/>
              </a:defRPr>
            </a:lvl8pPr>
            <a:lvl9pPr lvl="8">
              <a:buNone/>
              <a:defRPr>
                <a:latin typeface="Barlow Medium"/>
                <a:ea typeface="Barlow Medium"/>
                <a:cs typeface="Barlow Medium"/>
                <a:sym typeface="Barlow Medium"/>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TITLE_AND_DESCRIPTION">
    <p:spTree>
      <p:nvGrpSpPr>
        <p:cNvPr id="256" name="Shape 256"/>
        <p:cNvGrpSpPr/>
        <p:nvPr/>
      </p:nvGrpSpPr>
      <p:grpSpPr>
        <a:xfrm>
          <a:off x="0" y="0"/>
          <a:ext cx="0" cy="0"/>
          <a:chOff x="0" y="0"/>
          <a:chExt cx="0" cy="0"/>
        </a:xfrm>
      </p:grpSpPr>
      <p:sp>
        <p:nvSpPr>
          <p:cNvPr id="257" name="Google Shape;257;p45"/>
          <p:cNvSpPr txBox="1"/>
          <p:nvPr>
            <p:ph type="title"/>
          </p:nvPr>
        </p:nvSpPr>
        <p:spPr>
          <a:xfrm>
            <a:off x="697350" y="2932550"/>
            <a:ext cx="7749300" cy="1015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5"/>
              </a:buClr>
              <a:buSzPts val="3600"/>
              <a:buFont typeface="Hepta Slab Medium"/>
              <a:buNone/>
              <a:defRPr>
                <a:solidFill>
                  <a:schemeClr val="accent5"/>
                </a:solidFill>
                <a:latin typeface="Hepta Slab Medium"/>
                <a:ea typeface="Hepta Slab Medium"/>
                <a:cs typeface="Hepta Slab Medium"/>
                <a:sym typeface="Hepta Slab Medium"/>
              </a:defRPr>
            </a:lvl1pPr>
            <a:lvl2pPr lvl="1"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2pPr>
            <a:lvl3pPr lvl="2"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3pPr>
            <a:lvl4pPr lvl="3"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4pPr>
            <a:lvl5pPr lvl="4"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5pPr>
            <a:lvl6pPr lvl="5"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6pPr>
            <a:lvl7pPr lvl="6"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7pPr>
            <a:lvl8pPr lvl="7"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8pPr>
            <a:lvl9pPr lvl="8"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9pPr>
          </a:lstStyle>
          <a:p/>
        </p:txBody>
      </p:sp>
      <p:sp>
        <p:nvSpPr>
          <p:cNvPr id="258" name="Google Shape;258;p45"/>
          <p:cNvSpPr txBox="1"/>
          <p:nvPr>
            <p:ph idx="2" type="title"/>
          </p:nvPr>
        </p:nvSpPr>
        <p:spPr>
          <a:xfrm>
            <a:off x="3278250" y="1194450"/>
            <a:ext cx="2587500" cy="1992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2"/>
              </a:buClr>
              <a:buSzPts val="12800"/>
              <a:buNone/>
              <a:defRPr sz="12800">
                <a:solidFill>
                  <a:schemeClr val="dk2"/>
                </a:solidFill>
              </a:defRPr>
            </a:lvl1pPr>
            <a:lvl2pPr lvl="1"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2pPr>
            <a:lvl3pPr lvl="2"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3pPr>
            <a:lvl4pPr lvl="3"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4pPr>
            <a:lvl5pPr lvl="4"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5pPr>
            <a:lvl6pPr lvl="5"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6pPr>
            <a:lvl7pPr lvl="6"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7pPr>
            <a:lvl8pPr lvl="7"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8pPr>
            <a:lvl9pPr lvl="8"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9pPr>
          </a:lstStyle>
          <a:p/>
        </p:txBody>
      </p:sp>
      <p:sp>
        <p:nvSpPr>
          <p:cNvPr id="259" name="Google Shape;259;p4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ket Size / Pie Graph">
  <p:cSld name="CAPTION_ONLY">
    <p:bg>
      <p:bgPr>
        <a:solidFill>
          <a:schemeClr val="dk1"/>
        </a:solidFill>
      </p:bgPr>
    </p:bg>
    <p:spTree>
      <p:nvGrpSpPr>
        <p:cNvPr id="260" name="Shape 260"/>
        <p:cNvGrpSpPr/>
        <p:nvPr/>
      </p:nvGrpSpPr>
      <p:grpSpPr>
        <a:xfrm>
          <a:off x="0" y="0"/>
          <a:ext cx="0" cy="0"/>
          <a:chOff x="0" y="0"/>
          <a:chExt cx="0" cy="0"/>
        </a:xfrm>
      </p:grpSpPr>
      <p:sp>
        <p:nvSpPr>
          <p:cNvPr id="261" name="Google Shape;261;p46"/>
          <p:cNvSpPr/>
          <p:nvPr/>
        </p:nvSpPr>
        <p:spPr>
          <a:xfrm>
            <a:off x="0" y="0"/>
            <a:ext cx="9144000" cy="16311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46"/>
          <p:cNvSpPr txBox="1"/>
          <p:nvPr>
            <p:ph idx="1" type="subTitle"/>
          </p:nvPr>
        </p:nvSpPr>
        <p:spPr>
          <a:xfrm>
            <a:off x="791150" y="522625"/>
            <a:ext cx="4977300" cy="11082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3600"/>
              <a:buFont typeface="Hepta Slab Medium"/>
              <a:buNone/>
              <a:defRPr sz="3600">
                <a:solidFill>
                  <a:schemeClr val="lt1"/>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p:txBody>
      </p:sp>
      <p:sp>
        <p:nvSpPr>
          <p:cNvPr id="263" name="Google Shape;263;p46"/>
          <p:cNvSpPr txBox="1"/>
          <p:nvPr>
            <p:ph idx="2" type="body"/>
          </p:nvPr>
        </p:nvSpPr>
        <p:spPr>
          <a:xfrm>
            <a:off x="714950" y="1989025"/>
            <a:ext cx="2792400" cy="28041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Clr>
                <a:schemeClr val="lt1"/>
              </a:buClr>
              <a:buSzPts val="1500"/>
              <a:buChar char="●"/>
              <a:defRPr>
                <a:solidFill>
                  <a:schemeClr val="lt1"/>
                </a:solidFill>
              </a:defRPr>
            </a:lvl1pPr>
            <a:lvl2pPr indent="-323850" lvl="1" marL="914400">
              <a:spcBef>
                <a:spcPts val="0"/>
              </a:spcBef>
              <a:spcAft>
                <a:spcPts val="0"/>
              </a:spcAft>
              <a:buClr>
                <a:schemeClr val="lt1"/>
              </a:buClr>
              <a:buSzPts val="1500"/>
              <a:buChar char="○"/>
              <a:defRPr sz="1500">
                <a:solidFill>
                  <a:schemeClr val="lt1"/>
                </a:solidFill>
              </a:defRPr>
            </a:lvl2pPr>
            <a:lvl3pPr indent="-323850" lvl="2" marL="1371600">
              <a:spcBef>
                <a:spcPts val="0"/>
              </a:spcBef>
              <a:spcAft>
                <a:spcPts val="0"/>
              </a:spcAft>
              <a:buClr>
                <a:schemeClr val="lt1"/>
              </a:buClr>
              <a:buSzPts val="1500"/>
              <a:buChar char="■"/>
              <a:defRPr sz="1500">
                <a:solidFill>
                  <a:schemeClr val="lt1"/>
                </a:solidFill>
              </a:defRPr>
            </a:lvl3pPr>
            <a:lvl4pPr indent="-323850" lvl="3" marL="1828800">
              <a:spcBef>
                <a:spcPts val="0"/>
              </a:spcBef>
              <a:spcAft>
                <a:spcPts val="0"/>
              </a:spcAft>
              <a:buClr>
                <a:schemeClr val="lt1"/>
              </a:buClr>
              <a:buSzPts val="1500"/>
              <a:buChar char="●"/>
              <a:defRPr sz="1500">
                <a:solidFill>
                  <a:schemeClr val="lt1"/>
                </a:solidFill>
              </a:defRPr>
            </a:lvl4pPr>
            <a:lvl5pPr indent="-323850" lvl="4" marL="2286000">
              <a:spcBef>
                <a:spcPts val="0"/>
              </a:spcBef>
              <a:spcAft>
                <a:spcPts val="0"/>
              </a:spcAft>
              <a:buClr>
                <a:schemeClr val="lt1"/>
              </a:buClr>
              <a:buSzPts val="1500"/>
              <a:buChar char="○"/>
              <a:defRPr sz="1500">
                <a:solidFill>
                  <a:schemeClr val="lt1"/>
                </a:solidFill>
              </a:defRPr>
            </a:lvl5pPr>
            <a:lvl6pPr indent="-323850" lvl="5" marL="2743200">
              <a:spcBef>
                <a:spcPts val="0"/>
              </a:spcBef>
              <a:spcAft>
                <a:spcPts val="0"/>
              </a:spcAft>
              <a:buClr>
                <a:schemeClr val="lt1"/>
              </a:buClr>
              <a:buSzPts val="1500"/>
              <a:buChar char="■"/>
              <a:defRPr sz="1500">
                <a:solidFill>
                  <a:schemeClr val="lt1"/>
                </a:solidFill>
              </a:defRPr>
            </a:lvl6pPr>
            <a:lvl7pPr indent="-323850" lvl="6" marL="3200400">
              <a:spcBef>
                <a:spcPts val="0"/>
              </a:spcBef>
              <a:spcAft>
                <a:spcPts val="0"/>
              </a:spcAft>
              <a:buClr>
                <a:schemeClr val="lt1"/>
              </a:buClr>
              <a:buSzPts val="1500"/>
              <a:buChar char="●"/>
              <a:defRPr sz="1500">
                <a:solidFill>
                  <a:schemeClr val="lt1"/>
                </a:solidFill>
              </a:defRPr>
            </a:lvl7pPr>
            <a:lvl8pPr indent="-323850" lvl="7" marL="3657600">
              <a:spcBef>
                <a:spcPts val="0"/>
              </a:spcBef>
              <a:spcAft>
                <a:spcPts val="0"/>
              </a:spcAft>
              <a:buClr>
                <a:schemeClr val="lt1"/>
              </a:buClr>
              <a:buSzPts val="1500"/>
              <a:buChar char="○"/>
              <a:defRPr sz="1500">
                <a:solidFill>
                  <a:schemeClr val="lt1"/>
                </a:solidFill>
              </a:defRPr>
            </a:lvl8pPr>
            <a:lvl9pPr indent="-323850" lvl="8" marL="4114800">
              <a:spcBef>
                <a:spcPts val="0"/>
              </a:spcBef>
              <a:spcAft>
                <a:spcPts val="0"/>
              </a:spcAft>
              <a:buClr>
                <a:schemeClr val="lt1"/>
              </a:buClr>
              <a:buSzPts val="1500"/>
              <a:buChar char="■"/>
              <a:defRPr sz="1500">
                <a:solidFill>
                  <a:schemeClr val="lt1"/>
                </a:solidFill>
              </a:defRPr>
            </a:lvl9pPr>
          </a:lstStyle>
          <a:p/>
        </p:txBody>
      </p:sp>
      <p:sp>
        <p:nvSpPr>
          <p:cNvPr id="264" name="Google Shape;264;p46"/>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dk2"/>
                </a:solidFill>
              </a:defRPr>
            </a:lvl1pPr>
            <a:lvl2pPr lvl="1" rtl="0">
              <a:buNone/>
              <a:defRPr sz="1100">
                <a:solidFill>
                  <a:schemeClr val="dk2"/>
                </a:solidFill>
              </a:defRPr>
            </a:lvl2pPr>
            <a:lvl3pPr lvl="2" rtl="0">
              <a:buNone/>
              <a:defRPr sz="1100">
                <a:solidFill>
                  <a:schemeClr val="dk2"/>
                </a:solidFill>
              </a:defRPr>
            </a:lvl3pPr>
            <a:lvl4pPr lvl="3" rtl="0">
              <a:buNone/>
              <a:defRPr sz="1100">
                <a:solidFill>
                  <a:schemeClr val="dk2"/>
                </a:solidFill>
              </a:defRPr>
            </a:lvl4pPr>
            <a:lvl5pPr lvl="4" rtl="0">
              <a:buNone/>
              <a:defRPr sz="1100">
                <a:solidFill>
                  <a:schemeClr val="dk2"/>
                </a:solidFill>
              </a:defRPr>
            </a:lvl5pPr>
            <a:lvl6pPr lvl="5" rtl="0">
              <a:buNone/>
              <a:defRPr sz="1100">
                <a:solidFill>
                  <a:schemeClr val="dk2"/>
                </a:solidFill>
              </a:defRPr>
            </a:lvl6pPr>
            <a:lvl7pPr lvl="6" rtl="0">
              <a:buNone/>
              <a:defRPr sz="1100">
                <a:solidFill>
                  <a:schemeClr val="dk2"/>
                </a:solidFill>
              </a:defRPr>
            </a:lvl7pPr>
            <a:lvl8pPr lvl="7" rtl="0">
              <a:buNone/>
              <a:defRPr sz="1100">
                <a:solidFill>
                  <a:schemeClr val="dk2"/>
                </a:solidFill>
              </a:defRPr>
            </a:lvl8pPr>
            <a:lvl9pPr lvl="8" rtl="0">
              <a:buNone/>
              <a:defRPr sz="11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265" name="Google Shape;265;p46"/>
          <p:cNvSpPr/>
          <p:nvPr/>
        </p:nvSpPr>
        <p:spPr>
          <a:xfrm>
            <a:off x="4416275" y="1976923"/>
            <a:ext cx="4045200" cy="28713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46"/>
          <p:cNvSpPr/>
          <p:nvPr/>
        </p:nvSpPr>
        <p:spPr>
          <a:xfrm rot="444408">
            <a:off x="5636457" y="2500588"/>
            <a:ext cx="1505663" cy="1505327"/>
          </a:xfrm>
          <a:prstGeom prst="pie">
            <a:avLst>
              <a:gd fmla="val 8241844" name="adj1"/>
              <a:gd fmla="val 12554936" name="adj2"/>
            </a:avLst>
          </a:prstGeom>
          <a:solidFill>
            <a:schemeClr val="lt1"/>
          </a:solidFill>
          <a:ln>
            <a:noFill/>
          </a:ln>
        </p:spPr>
        <p:txBody>
          <a:bodyPr anchorCtr="0" anchor="ctr" bIns="68575" lIns="68575" spcFirstLastPara="1" rIns="68575" wrap="square" tIns="68575">
            <a:noAutofit/>
          </a:bodyPr>
          <a:lstStyle/>
          <a:p>
            <a:pPr indent="0" lvl="0" marL="0" rtl="0" algn="l">
              <a:spcBef>
                <a:spcPts val="0"/>
              </a:spcBef>
              <a:spcAft>
                <a:spcPts val="0"/>
              </a:spcAft>
              <a:buSzPts val="1100"/>
              <a:buNone/>
            </a:pPr>
            <a:r>
              <a:t/>
            </a:r>
            <a:endParaRPr sz="110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fferentiators / 4 column text">
  <p:cSld name="BIG_NUMBER">
    <p:bg>
      <p:bgPr>
        <a:solidFill>
          <a:schemeClr val="dk1"/>
        </a:solidFill>
      </p:bgPr>
    </p:bg>
    <p:spTree>
      <p:nvGrpSpPr>
        <p:cNvPr id="267" name="Shape 267"/>
        <p:cNvGrpSpPr/>
        <p:nvPr/>
      </p:nvGrpSpPr>
      <p:grpSpPr>
        <a:xfrm>
          <a:off x="0" y="0"/>
          <a:ext cx="0" cy="0"/>
          <a:chOff x="0" y="0"/>
          <a:chExt cx="0" cy="0"/>
        </a:xfrm>
      </p:grpSpPr>
      <p:sp>
        <p:nvSpPr>
          <p:cNvPr id="268" name="Google Shape;268;p47"/>
          <p:cNvSpPr/>
          <p:nvPr/>
        </p:nvSpPr>
        <p:spPr>
          <a:xfrm>
            <a:off x="0" y="1324925"/>
            <a:ext cx="4572000" cy="19104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269" name="Google Shape;269;p47"/>
          <p:cNvSpPr/>
          <p:nvPr/>
        </p:nvSpPr>
        <p:spPr>
          <a:xfrm>
            <a:off x="0" y="3235076"/>
            <a:ext cx="4572000" cy="191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chemeClr val="dk2"/>
              </a:solidFill>
            </a:endParaRPr>
          </a:p>
        </p:txBody>
      </p:sp>
      <p:sp>
        <p:nvSpPr>
          <p:cNvPr id="270" name="Google Shape;270;p47"/>
          <p:cNvSpPr/>
          <p:nvPr/>
        </p:nvSpPr>
        <p:spPr>
          <a:xfrm>
            <a:off x="4571892" y="3235076"/>
            <a:ext cx="4572000" cy="19149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chemeClr val="lt1"/>
              </a:solidFill>
            </a:endParaRPr>
          </a:p>
        </p:txBody>
      </p:sp>
      <p:sp>
        <p:nvSpPr>
          <p:cNvPr id="271" name="Google Shape;271;p47"/>
          <p:cNvSpPr/>
          <p:nvPr/>
        </p:nvSpPr>
        <p:spPr>
          <a:xfrm>
            <a:off x="4571892" y="1324925"/>
            <a:ext cx="4572000" cy="1910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chemeClr val="accent5"/>
              </a:solidFill>
            </a:endParaRPr>
          </a:p>
        </p:txBody>
      </p:sp>
      <p:sp>
        <p:nvSpPr>
          <p:cNvPr id="272" name="Google Shape;272;p47"/>
          <p:cNvSpPr txBox="1"/>
          <p:nvPr>
            <p:ph idx="1" type="subTitle"/>
          </p:nvPr>
        </p:nvSpPr>
        <p:spPr>
          <a:xfrm>
            <a:off x="480420" y="290626"/>
            <a:ext cx="3592200" cy="337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273" name="Google Shape;273;p47"/>
          <p:cNvSpPr txBox="1"/>
          <p:nvPr>
            <p:ph idx="2" type="body"/>
          </p:nvPr>
        </p:nvSpPr>
        <p:spPr>
          <a:xfrm>
            <a:off x="480425" y="610475"/>
            <a:ext cx="4878300" cy="6003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274" name="Google Shape;274;p47"/>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dk2"/>
                </a:solidFill>
              </a:defRPr>
            </a:lvl1pPr>
            <a:lvl2pPr lvl="1" rtl="0">
              <a:buNone/>
              <a:defRPr sz="1100">
                <a:solidFill>
                  <a:schemeClr val="dk2"/>
                </a:solidFill>
              </a:defRPr>
            </a:lvl2pPr>
            <a:lvl3pPr lvl="2" rtl="0">
              <a:buNone/>
              <a:defRPr sz="1100">
                <a:solidFill>
                  <a:schemeClr val="dk2"/>
                </a:solidFill>
              </a:defRPr>
            </a:lvl3pPr>
            <a:lvl4pPr lvl="3" rtl="0">
              <a:buNone/>
              <a:defRPr sz="1100">
                <a:solidFill>
                  <a:schemeClr val="dk2"/>
                </a:solidFill>
              </a:defRPr>
            </a:lvl4pPr>
            <a:lvl5pPr lvl="4" rtl="0">
              <a:buNone/>
              <a:defRPr sz="1100">
                <a:solidFill>
                  <a:schemeClr val="dk2"/>
                </a:solidFill>
              </a:defRPr>
            </a:lvl5pPr>
            <a:lvl6pPr lvl="5" rtl="0">
              <a:buNone/>
              <a:defRPr sz="1100">
                <a:solidFill>
                  <a:schemeClr val="dk2"/>
                </a:solidFill>
              </a:defRPr>
            </a:lvl6pPr>
            <a:lvl7pPr lvl="6" rtl="0">
              <a:buNone/>
              <a:defRPr sz="1100">
                <a:solidFill>
                  <a:schemeClr val="dk2"/>
                </a:solidFill>
              </a:defRPr>
            </a:lvl7pPr>
            <a:lvl8pPr lvl="7" rtl="0">
              <a:buNone/>
              <a:defRPr sz="1100">
                <a:solidFill>
                  <a:schemeClr val="dk2"/>
                </a:solidFill>
              </a:defRPr>
            </a:lvl8pPr>
            <a:lvl9pPr lvl="8" rtl="0">
              <a:buNone/>
              <a:defRPr sz="11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blank">
  <p:cSld name="BLANK">
    <p:spTree>
      <p:nvGrpSpPr>
        <p:cNvPr id="275" name="Shape 275"/>
        <p:cNvGrpSpPr/>
        <p:nvPr/>
      </p:nvGrpSpPr>
      <p:grpSpPr>
        <a:xfrm>
          <a:off x="0" y="0"/>
          <a:ext cx="0" cy="0"/>
          <a:chOff x="0" y="0"/>
          <a:chExt cx="0" cy="0"/>
        </a:xfrm>
      </p:grpSpPr>
      <p:sp>
        <p:nvSpPr>
          <p:cNvPr id="276" name="Google Shape;276;p48"/>
          <p:cNvSpPr txBox="1"/>
          <p:nvPr>
            <p:ph type="title"/>
          </p:nvPr>
        </p:nvSpPr>
        <p:spPr>
          <a:xfrm>
            <a:off x="697350" y="2932550"/>
            <a:ext cx="7749300" cy="1015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3600"/>
              <a:buFont typeface="Hepta Slab Medium"/>
              <a:buNone/>
              <a:defRPr>
                <a:latin typeface="Hepta Slab Medium"/>
                <a:ea typeface="Hepta Slab Medium"/>
                <a:cs typeface="Hepta Slab Medium"/>
                <a:sym typeface="Hepta Slab Medium"/>
              </a:defRPr>
            </a:lvl1pPr>
            <a:lvl2pPr lvl="1"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2pPr>
            <a:lvl3pPr lvl="2"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3pPr>
            <a:lvl4pPr lvl="3"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4pPr>
            <a:lvl5pPr lvl="4"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5pPr>
            <a:lvl6pPr lvl="5"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6pPr>
            <a:lvl7pPr lvl="6"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7pPr>
            <a:lvl8pPr lvl="7"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8pPr>
            <a:lvl9pPr lvl="8"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9pPr>
          </a:lstStyle>
          <a:p/>
        </p:txBody>
      </p:sp>
      <p:sp>
        <p:nvSpPr>
          <p:cNvPr id="277" name="Google Shape;277;p48"/>
          <p:cNvSpPr txBox="1"/>
          <p:nvPr>
            <p:ph idx="2" type="title"/>
          </p:nvPr>
        </p:nvSpPr>
        <p:spPr>
          <a:xfrm>
            <a:off x="3278250" y="1194450"/>
            <a:ext cx="2587500" cy="1992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1"/>
              </a:buClr>
              <a:buSzPts val="12800"/>
              <a:buNone/>
              <a:defRPr sz="12800">
                <a:solidFill>
                  <a:schemeClr val="accent1"/>
                </a:solidFill>
              </a:defRPr>
            </a:lvl1pPr>
            <a:lvl2pPr lvl="1"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2pPr>
            <a:lvl3pPr lvl="2"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3pPr>
            <a:lvl4pPr lvl="3"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4pPr>
            <a:lvl5pPr lvl="4"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5pPr>
            <a:lvl6pPr lvl="5"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6pPr>
            <a:lvl7pPr lvl="6"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7pPr>
            <a:lvl8pPr lvl="7"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8pPr>
            <a:lvl9pPr lvl="8"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9pPr>
          </a:lstStyle>
          <a:p/>
        </p:txBody>
      </p:sp>
      <p:sp>
        <p:nvSpPr>
          <p:cNvPr id="278" name="Google Shape;278;p4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ext">
  <p:cSld name="TITLE_1">
    <p:bg>
      <p:bgPr>
        <a:solidFill>
          <a:schemeClr val="dk1"/>
        </a:solidFill>
      </p:bgPr>
    </p:bg>
    <p:spTree>
      <p:nvGrpSpPr>
        <p:cNvPr id="279" name="Shape 279"/>
        <p:cNvGrpSpPr/>
        <p:nvPr/>
      </p:nvGrpSpPr>
      <p:grpSpPr>
        <a:xfrm>
          <a:off x="0" y="0"/>
          <a:ext cx="0" cy="0"/>
          <a:chOff x="0" y="0"/>
          <a:chExt cx="0" cy="0"/>
        </a:xfrm>
      </p:grpSpPr>
      <p:sp>
        <p:nvSpPr>
          <p:cNvPr id="280" name="Google Shape;280;p49"/>
          <p:cNvSpPr/>
          <p:nvPr/>
        </p:nvSpPr>
        <p:spPr>
          <a:xfrm>
            <a:off x="0" y="0"/>
            <a:ext cx="9144000" cy="1631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49"/>
          <p:cNvSpPr txBox="1"/>
          <p:nvPr>
            <p:ph idx="1" type="subTitle"/>
          </p:nvPr>
        </p:nvSpPr>
        <p:spPr>
          <a:xfrm>
            <a:off x="791150" y="522625"/>
            <a:ext cx="5938800" cy="11082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3600"/>
              <a:buFont typeface="Hepta Slab Medium"/>
              <a:buNone/>
              <a:defRPr sz="3600">
                <a:solidFill>
                  <a:schemeClr val="accent1"/>
                </a:solidFill>
                <a:latin typeface="Hepta Slab Medium"/>
                <a:ea typeface="Hepta Slab Medium"/>
                <a:cs typeface="Hepta Slab Medium"/>
                <a:sym typeface="Hepta Slab Medium"/>
              </a:defRPr>
            </a:lvl1pPr>
            <a:lvl2pPr lvl="1">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2pPr>
            <a:lvl3pPr lvl="2">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3pPr>
            <a:lvl4pPr lvl="3">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4pPr>
            <a:lvl5pPr lvl="4">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5pPr>
            <a:lvl6pPr lvl="5">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6pPr>
            <a:lvl7pPr lvl="6">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7pPr>
            <a:lvl8pPr lvl="7">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8pPr>
            <a:lvl9pPr lvl="8">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9pPr>
          </a:lstStyle>
          <a:p/>
        </p:txBody>
      </p:sp>
      <p:sp>
        <p:nvSpPr>
          <p:cNvPr id="282" name="Google Shape;282;p49"/>
          <p:cNvSpPr txBox="1"/>
          <p:nvPr>
            <p:ph idx="2" type="body"/>
          </p:nvPr>
        </p:nvSpPr>
        <p:spPr>
          <a:xfrm>
            <a:off x="810075" y="2065225"/>
            <a:ext cx="7539900" cy="2777400"/>
          </a:xfrm>
          <a:prstGeom prst="rect">
            <a:avLst/>
          </a:prstGeom>
        </p:spPr>
        <p:txBody>
          <a:bodyPr anchorCtr="0" anchor="t" bIns="91425" lIns="91425" spcFirstLastPara="1" rIns="91425" wrap="square" tIns="91425">
            <a:noAutofit/>
          </a:bodyPr>
          <a:lstStyle>
            <a:lvl1pPr indent="-406400" lvl="0" marL="457200">
              <a:spcBef>
                <a:spcPts val="0"/>
              </a:spcBef>
              <a:spcAft>
                <a:spcPts val="0"/>
              </a:spcAft>
              <a:buClr>
                <a:schemeClr val="lt1"/>
              </a:buClr>
              <a:buSzPts val="2800"/>
              <a:buChar char="●"/>
              <a:defRPr sz="2800">
                <a:solidFill>
                  <a:schemeClr val="lt1"/>
                </a:solidFill>
              </a:defRPr>
            </a:lvl1pPr>
            <a:lvl2pPr indent="-406400" lvl="1" marL="914400">
              <a:spcBef>
                <a:spcPts val="0"/>
              </a:spcBef>
              <a:spcAft>
                <a:spcPts val="0"/>
              </a:spcAft>
              <a:buClr>
                <a:schemeClr val="lt1"/>
              </a:buClr>
              <a:buSzPts val="2800"/>
              <a:buChar char="○"/>
              <a:defRPr sz="2800">
                <a:solidFill>
                  <a:schemeClr val="lt1"/>
                </a:solidFill>
              </a:defRPr>
            </a:lvl2pPr>
            <a:lvl3pPr indent="-406400" lvl="2" marL="1371600">
              <a:spcBef>
                <a:spcPts val="0"/>
              </a:spcBef>
              <a:spcAft>
                <a:spcPts val="0"/>
              </a:spcAft>
              <a:buClr>
                <a:schemeClr val="lt1"/>
              </a:buClr>
              <a:buSzPts val="2800"/>
              <a:buChar char="■"/>
              <a:defRPr sz="2800">
                <a:solidFill>
                  <a:schemeClr val="lt1"/>
                </a:solidFill>
              </a:defRPr>
            </a:lvl3pPr>
            <a:lvl4pPr indent="-406400" lvl="3" marL="1828800">
              <a:spcBef>
                <a:spcPts val="0"/>
              </a:spcBef>
              <a:spcAft>
                <a:spcPts val="0"/>
              </a:spcAft>
              <a:buClr>
                <a:schemeClr val="lt1"/>
              </a:buClr>
              <a:buSzPts val="2800"/>
              <a:buChar char="●"/>
              <a:defRPr sz="2800">
                <a:solidFill>
                  <a:schemeClr val="lt1"/>
                </a:solidFill>
              </a:defRPr>
            </a:lvl4pPr>
            <a:lvl5pPr indent="-406400" lvl="4" marL="2286000">
              <a:spcBef>
                <a:spcPts val="0"/>
              </a:spcBef>
              <a:spcAft>
                <a:spcPts val="0"/>
              </a:spcAft>
              <a:buClr>
                <a:schemeClr val="lt1"/>
              </a:buClr>
              <a:buSzPts val="2800"/>
              <a:buChar char="○"/>
              <a:defRPr sz="2800">
                <a:solidFill>
                  <a:schemeClr val="lt1"/>
                </a:solidFill>
              </a:defRPr>
            </a:lvl5pPr>
            <a:lvl6pPr indent="-406400" lvl="5" marL="2743200">
              <a:spcBef>
                <a:spcPts val="0"/>
              </a:spcBef>
              <a:spcAft>
                <a:spcPts val="0"/>
              </a:spcAft>
              <a:buClr>
                <a:schemeClr val="lt1"/>
              </a:buClr>
              <a:buSzPts val="2800"/>
              <a:buChar char="■"/>
              <a:defRPr sz="2800">
                <a:solidFill>
                  <a:schemeClr val="lt1"/>
                </a:solidFill>
              </a:defRPr>
            </a:lvl6pPr>
            <a:lvl7pPr indent="-406400" lvl="6" marL="3200400">
              <a:spcBef>
                <a:spcPts val="0"/>
              </a:spcBef>
              <a:spcAft>
                <a:spcPts val="0"/>
              </a:spcAft>
              <a:buClr>
                <a:schemeClr val="lt1"/>
              </a:buClr>
              <a:buSzPts val="2800"/>
              <a:buChar char="●"/>
              <a:defRPr sz="2800">
                <a:solidFill>
                  <a:schemeClr val="lt1"/>
                </a:solidFill>
              </a:defRPr>
            </a:lvl7pPr>
            <a:lvl8pPr indent="-406400" lvl="7" marL="3657600">
              <a:spcBef>
                <a:spcPts val="0"/>
              </a:spcBef>
              <a:spcAft>
                <a:spcPts val="0"/>
              </a:spcAft>
              <a:buClr>
                <a:schemeClr val="lt1"/>
              </a:buClr>
              <a:buSzPts val="2800"/>
              <a:buChar char="○"/>
              <a:defRPr sz="2800">
                <a:solidFill>
                  <a:schemeClr val="lt1"/>
                </a:solidFill>
              </a:defRPr>
            </a:lvl8pPr>
            <a:lvl9pPr indent="-406400" lvl="8" marL="4114800">
              <a:spcBef>
                <a:spcPts val="0"/>
              </a:spcBef>
              <a:spcAft>
                <a:spcPts val="0"/>
              </a:spcAft>
              <a:buClr>
                <a:schemeClr val="lt1"/>
              </a:buClr>
              <a:buSzPts val="2800"/>
              <a:buChar char="■"/>
              <a:defRPr sz="2800">
                <a:solidFill>
                  <a:schemeClr val="lt1"/>
                </a:solidFill>
              </a:defRPr>
            </a:lvl9pPr>
          </a:lstStyle>
          <a:p/>
        </p:txBody>
      </p:sp>
      <p:sp>
        <p:nvSpPr>
          <p:cNvPr id="283" name="Google Shape;283;p49"/>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1"/>
                </a:solidFill>
              </a:defRPr>
            </a:lvl1pPr>
            <a:lvl2pPr lvl="1" rtl="0">
              <a:buNone/>
              <a:defRPr sz="1100">
                <a:solidFill>
                  <a:schemeClr val="accent1"/>
                </a:solidFill>
              </a:defRPr>
            </a:lvl2pPr>
            <a:lvl3pPr lvl="2" rtl="0">
              <a:buNone/>
              <a:defRPr sz="1100">
                <a:solidFill>
                  <a:schemeClr val="accent1"/>
                </a:solidFill>
              </a:defRPr>
            </a:lvl3pPr>
            <a:lvl4pPr lvl="3" rtl="0">
              <a:buNone/>
              <a:defRPr sz="1100">
                <a:solidFill>
                  <a:schemeClr val="accent1"/>
                </a:solidFill>
              </a:defRPr>
            </a:lvl4pPr>
            <a:lvl5pPr lvl="4" rtl="0">
              <a:buNone/>
              <a:defRPr sz="1100">
                <a:solidFill>
                  <a:schemeClr val="accent1"/>
                </a:solidFill>
              </a:defRPr>
            </a:lvl5pPr>
            <a:lvl6pPr lvl="5" rtl="0">
              <a:buNone/>
              <a:defRPr sz="1100">
                <a:solidFill>
                  <a:schemeClr val="accent1"/>
                </a:solidFill>
              </a:defRPr>
            </a:lvl6pPr>
            <a:lvl7pPr lvl="6" rtl="0">
              <a:buNone/>
              <a:defRPr sz="1100">
                <a:solidFill>
                  <a:schemeClr val="accent1"/>
                </a:solidFill>
              </a:defRPr>
            </a:lvl7pPr>
            <a:lvl8pPr lvl="7" rtl="0">
              <a:buNone/>
              <a:defRPr sz="1100">
                <a:solidFill>
                  <a:schemeClr val="accent1"/>
                </a:solidFill>
              </a:defRPr>
            </a:lvl8pPr>
            <a:lvl9pPr lvl="8" rtl="0">
              <a:buNone/>
              <a:defRPr sz="1100">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Background Image + Text">
  <p:cSld name="CUSTOM">
    <p:spTree>
      <p:nvGrpSpPr>
        <p:cNvPr id="284" name="Shape 284"/>
        <p:cNvGrpSpPr/>
        <p:nvPr/>
      </p:nvGrpSpPr>
      <p:grpSpPr>
        <a:xfrm>
          <a:off x="0" y="0"/>
          <a:ext cx="0" cy="0"/>
          <a:chOff x="0" y="0"/>
          <a:chExt cx="0" cy="0"/>
        </a:xfrm>
      </p:grpSpPr>
      <p:sp>
        <p:nvSpPr>
          <p:cNvPr id="285" name="Google Shape;285;p50"/>
          <p:cNvSpPr/>
          <p:nvPr>
            <p:ph idx="2" type="pic"/>
          </p:nvPr>
        </p:nvSpPr>
        <p:spPr>
          <a:xfrm>
            <a:off x="0" y="0"/>
            <a:ext cx="9144000" cy="5143500"/>
          </a:xfrm>
          <a:prstGeom prst="rect">
            <a:avLst/>
          </a:prstGeom>
          <a:noFill/>
          <a:ln>
            <a:noFill/>
          </a:ln>
        </p:spPr>
      </p:sp>
      <p:sp>
        <p:nvSpPr>
          <p:cNvPr id="286" name="Google Shape;286;p50"/>
          <p:cNvSpPr txBox="1"/>
          <p:nvPr>
            <p:ph idx="1" type="body"/>
          </p:nvPr>
        </p:nvSpPr>
        <p:spPr>
          <a:xfrm>
            <a:off x="4655675" y="956675"/>
            <a:ext cx="3965400" cy="775200"/>
          </a:xfrm>
          <a:prstGeom prst="rect">
            <a:avLst/>
          </a:prstGeom>
          <a:solidFill>
            <a:schemeClr val="lt1"/>
          </a:solidFill>
        </p:spPr>
        <p:txBody>
          <a:bodyPr anchorCtr="0" anchor="t" bIns="274300" lIns="274300" spcFirstLastPara="1" rIns="274300" wrap="square" tIns="0">
            <a:noAutofit/>
          </a:bodyPr>
          <a:lstStyle>
            <a:lvl1pPr indent="-298450" lvl="0" marL="457200">
              <a:spcBef>
                <a:spcPts val="0"/>
              </a:spcBef>
              <a:spcAft>
                <a:spcPts val="0"/>
              </a:spcAft>
              <a:buClr>
                <a:schemeClr val="dk1"/>
              </a:buClr>
              <a:buSzPts val="1100"/>
              <a:buFont typeface="Barlow"/>
              <a:buChar char="●"/>
              <a:defRPr sz="1100">
                <a:latin typeface="Barlow"/>
                <a:ea typeface="Barlow"/>
                <a:cs typeface="Barlow"/>
                <a:sym typeface="Barlow"/>
              </a:defRPr>
            </a:lvl1pPr>
            <a:lvl2pPr indent="-298450" lvl="1" marL="914400">
              <a:spcBef>
                <a:spcPts val="0"/>
              </a:spcBef>
              <a:spcAft>
                <a:spcPts val="0"/>
              </a:spcAft>
              <a:buClr>
                <a:schemeClr val="dk1"/>
              </a:buClr>
              <a:buSzPts val="1100"/>
              <a:buFont typeface="Barlow"/>
              <a:buChar char="○"/>
              <a:defRPr sz="1100">
                <a:latin typeface="Barlow"/>
                <a:ea typeface="Barlow"/>
                <a:cs typeface="Barlow"/>
                <a:sym typeface="Barlow"/>
              </a:defRPr>
            </a:lvl2pPr>
            <a:lvl3pPr indent="-298450" lvl="2" marL="1371600">
              <a:spcBef>
                <a:spcPts val="0"/>
              </a:spcBef>
              <a:spcAft>
                <a:spcPts val="0"/>
              </a:spcAft>
              <a:buClr>
                <a:schemeClr val="dk1"/>
              </a:buClr>
              <a:buSzPts val="1100"/>
              <a:buFont typeface="Barlow"/>
              <a:buChar char="■"/>
              <a:defRPr sz="1100">
                <a:latin typeface="Barlow"/>
                <a:ea typeface="Barlow"/>
                <a:cs typeface="Barlow"/>
                <a:sym typeface="Barlow"/>
              </a:defRPr>
            </a:lvl3pPr>
            <a:lvl4pPr indent="-298450" lvl="3" marL="1828800">
              <a:spcBef>
                <a:spcPts val="0"/>
              </a:spcBef>
              <a:spcAft>
                <a:spcPts val="0"/>
              </a:spcAft>
              <a:buClr>
                <a:schemeClr val="dk1"/>
              </a:buClr>
              <a:buSzPts val="1100"/>
              <a:buFont typeface="Barlow"/>
              <a:buChar char="●"/>
              <a:defRPr sz="1100">
                <a:latin typeface="Barlow"/>
                <a:ea typeface="Barlow"/>
                <a:cs typeface="Barlow"/>
                <a:sym typeface="Barlow"/>
              </a:defRPr>
            </a:lvl4pPr>
            <a:lvl5pPr indent="-298450" lvl="4" marL="2286000">
              <a:spcBef>
                <a:spcPts val="0"/>
              </a:spcBef>
              <a:spcAft>
                <a:spcPts val="0"/>
              </a:spcAft>
              <a:buClr>
                <a:schemeClr val="dk1"/>
              </a:buClr>
              <a:buSzPts val="1100"/>
              <a:buFont typeface="Barlow"/>
              <a:buChar char="○"/>
              <a:defRPr>
                <a:latin typeface="Barlow"/>
                <a:ea typeface="Barlow"/>
                <a:cs typeface="Barlow"/>
                <a:sym typeface="Barlow"/>
              </a:defRPr>
            </a:lvl5pPr>
            <a:lvl6pPr indent="-298450" lvl="5" marL="2743200">
              <a:spcBef>
                <a:spcPts val="0"/>
              </a:spcBef>
              <a:spcAft>
                <a:spcPts val="0"/>
              </a:spcAft>
              <a:buClr>
                <a:schemeClr val="dk1"/>
              </a:buClr>
              <a:buSzPts val="1100"/>
              <a:buFont typeface="Barlow"/>
              <a:buChar char="■"/>
              <a:defRPr sz="1100">
                <a:latin typeface="Barlow"/>
                <a:ea typeface="Barlow"/>
                <a:cs typeface="Barlow"/>
                <a:sym typeface="Barlow"/>
              </a:defRPr>
            </a:lvl6pPr>
            <a:lvl7pPr indent="-298450" lvl="6" marL="3200400">
              <a:spcBef>
                <a:spcPts val="0"/>
              </a:spcBef>
              <a:spcAft>
                <a:spcPts val="0"/>
              </a:spcAft>
              <a:buClr>
                <a:schemeClr val="dk1"/>
              </a:buClr>
              <a:buSzPts val="1100"/>
              <a:buFont typeface="Barlow"/>
              <a:buChar char="●"/>
              <a:defRPr sz="1100">
                <a:latin typeface="Barlow"/>
                <a:ea typeface="Barlow"/>
                <a:cs typeface="Barlow"/>
                <a:sym typeface="Barlow"/>
              </a:defRPr>
            </a:lvl7pPr>
            <a:lvl8pPr indent="-298450" lvl="7" marL="3657600">
              <a:spcBef>
                <a:spcPts val="0"/>
              </a:spcBef>
              <a:spcAft>
                <a:spcPts val="0"/>
              </a:spcAft>
              <a:buClr>
                <a:schemeClr val="dk1"/>
              </a:buClr>
              <a:buSzPts val="1100"/>
              <a:buFont typeface="Barlow"/>
              <a:buChar char="○"/>
              <a:defRPr sz="1100">
                <a:latin typeface="Barlow"/>
                <a:ea typeface="Barlow"/>
                <a:cs typeface="Barlow"/>
                <a:sym typeface="Barlow"/>
              </a:defRPr>
            </a:lvl8pPr>
            <a:lvl9pPr indent="-298450" lvl="8" marL="4114800">
              <a:spcBef>
                <a:spcPts val="0"/>
              </a:spcBef>
              <a:spcAft>
                <a:spcPts val="0"/>
              </a:spcAft>
              <a:buClr>
                <a:schemeClr val="dk1"/>
              </a:buClr>
              <a:buSzPts val="1100"/>
              <a:buFont typeface="Barlow"/>
              <a:buChar char="■"/>
              <a:defRPr sz="1100">
                <a:latin typeface="Barlow"/>
                <a:ea typeface="Barlow"/>
                <a:cs typeface="Barlow"/>
                <a:sym typeface="Barlow"/>
              </a:defRPr>
            </a:lvl9pPr>
          </a:lstStyle>
          <a:p/>
        </p:txBody>
      </p:sp>
      <p:sp>
        <p:nvSpPr>
          <p:cNvPr id="287" name="Google Shape;287;p50"/>
          <p:cNvSpPr txBox="1"/>
          <p:nvPr>
            <p:ph idx="3" type="subTitle"/>
          </p:nvPr>
        </p:nvSpPr>
        <p:spPr>
          <a:xfrm>
            <a:off x="4655675" y="522900"/>
            <a:ext cx="3965400" cy="442800"/>
          </a:xfrm>
          <a:prstGeom prst="rect">
            <a:avLst/>
          </a:prstGeom>
          <a:solidFill>
            <a:schemeClr val="lt1"/>
          </a:solidFill>
        </p:spPr>
        <p:txBody>
          <a:bodyPr anchorCtr="0" anchor="b" bIns="0" lIns="274300" spcFirstLastPara="1" rIns="274300" wrap="square" tIns="274300">
            <a:noAutofit/>
          </a:bodyPr>
          <a:lstStyle>
            <a:lvl1pPr lvl="0">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1pPr>
            <a:lvl2pPr lvl="1">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2pPr>
            <a:lvl3pPr lvl="2">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3pPr>
            <a:lvl4pPr lvl="3">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4pPr>
            <a:lvl5pPr lvl="4">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5pPr>
            <a:lvl6pPr lvl="5">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6pPr>
            <a:lvl7pPr lvl="6">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7pPr>
            <a:lvl8pPr lvl="7">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8pPr>
            <a:lvl9pPr lvl="8">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9pPr>
          </a:lstStyle>
          <a:p/>
        </p:txBody>
      </p:sp>
      <p:sp>
        <p:nvSpPr>
          <p:cNvPr id="288" name="Google Shape;288;p50"/>
          <p:cNvSpPr txBox="1"/>
          <p:nvPr>
            <p:ph idx="4" type="body"/>
          </p:nvPr>
        </p:nvSpPr>
        <p:spPr>
          <a:xfrm>
            <a:off x="524350" y="4144800"/>
            <a:ext cx="1558800" cy="475800"/>
          </a:xfrm>
          <a:prstGeom prst="rect">
            <a:avLst/>
          </a:prstGeom>
          <a:solidFill>
            <a:schemeClr val="lt1"/>
          </a:solidFill>
        </p:spPr>
        <p:txBody>
          <a:bodyPr anchorCtr="0" anchor="t" bIns="137150" lIns="137150" spcFirstLastPara="1" rIns="137150" wrap="square" tIns="137150">
            <a:noAutofit/>
          </a:bodyPr>
          <a:lstStyle>
            <a:lvl1pPr indent="-273050" lvl="0" marL="457200">
              <a:spcBef>
                <a:spcPts val="0"/>
              </a:spcBef>
              <a:spcAft>
                <a:spcPts val="0"/>
              </a:spcAft>
              <a:buClr>
                <a:schemeClr val="dk1"/>
              </a:buClr>
              <a:buSzPts val="700"/>
              <a:buFont typeface="Barlow"/>
              <a:buChar char="●"/>
              <a:defRPr sz="700">
                <a:latin typeface="Barlow"/>
                <a:ea typeface="Barlow"/>
                <a:cs typeface="Barlow"/>
                <a:sym typeface="Barlow"/>
              </a:defRPr>
            </a:lvl1pPr>
            <a:lvl2pPr indent="-273050" lvl="1" marL="914400">
              <a:spcBef>
                <a:spcPts val="0"/>
              </a:spcBef>
              <a:spcAft>
                <a:spcPts val="0"/>
              </a:spcAft>
              <a:buClr>
                <a:schemeClr val="dk1"/>
              </a:buClr>
              <a:buSzPts val="700"/>
              <a:buFont typeface="Barlow"/>
              <a:buChar char="○"/>
              <a:defRPr sz="700">
                <a:latin typeface="Barlow"/>
                <a:ea typeface="Barlow"/>
                <a:cs typeface="Barlow"/>
                <a:sym typeface="Barlow"/>
              </a:defRPr>
            </a:lvl2pPr>
            <a:lvl3pPr indent="-273050" lvl="2" marL="1371600">
              <a:spcBef>
                <a:spcPts val="0"/>
              </a:spcBef>
              <a:spcAft>
                <a:spcPts val="0"/>
              </a:spcAft>
              <a:buClr>
                <a:schemeClr val="dk1"/>
              </a:buClr>
              <a:buSzPts val="700"/>
              <a:buFont typeface="Barlow"/>
              <a:buChar char="■"/>
              <a:defRPr sz="700">
                <a:latin typeface="Barlow"/>
                <a:ea typeface="Barlow"/>
                <a:cs typeface="Barlow"/>
                <a:sym typeface="Barlow"/>
              </a:defRPr>
            </a:lvl3pPr>
            <a:lvl4pPr indent="-273050" lvl="3" marL="1828800">
              <a:spcBef>
                <a:spcPts val="0"/>
              </a:spcBef>
              <a:spcAft>
                <a:spcPts val="0"/>
              </a:spcAft>
              <a:buClr>
                <a:schemeClr val="dk1"/>
              </a:buClr>
              <a:buSzPts val="700"/>
              <a:buFont typeface="Barlow"/>
              <a:buChar char="●"/>
              <a:defRPr sz="700">
                <a:latin typeface="Barlow"/>
                <a:ea typeface="Barlow"/>
                <a:cs typeface="Barlow"/>
                <a:sym typeface="Barlow"/>
              </a:defRPr>
            </a:lvl4pPr>
            <a:lvl5pPr indent="-273050" lvl="4" marL="2286000">
              <a:spcBef>
                <a:spcPts val="0"/>
              </a:spcBef>
              <a:spcAft>
                <a:spcPts val="0"/>
              </a:spcAft>
              <a:buClr>
                <a:schemeClr val="dk1"/>
              </a:buClr>
              <a:buSzPts val="700"/>
              <a:buFont typeface="Barlow"/>
              <a:buChar char="○"/>
              <a:defRPr sz="700">
                <a:latin typeface="Barlow"/>
                <a:ea typeface="Barlow"/>
                <a:cs typeface="Barlow"/>
                <a:sym typeface="Barlow"/>
              </a:defRPr>
            </a:lvl5pPr>
            <a:lvl6pPr indent="-273050" lvl="5" marL="2743200">
              <a:spcBef>
                <a:spcPts val="0"/>
              </a:spcBef>
              <a:spcAft>
                <a:spcPts val="0"/>
              </a:spcAft>
              <a:buClr>
                <a:schemeClr val="dk1"/>
              </a:buClr>
              <a:buSzPts val="700"/>
              <a:buFont typeface="Barlow"/>
              <a:buChar char="■"/>
              <a:defRPr sz="700">
                <a:latin typeface="Barlow"/>
                <a:ea typeface="Barlow"/>
                <a:cs typeface="Barlow"/>
                <a:sym typeface="Barlow"/>
              </a:defRPr>
            </a:lvl6pPr>
            <a:lvl7pPr indent="-273050" lvl="6" marL="3200400">
              <a:spcBef>
                <a:spcPts val="0"/>
              </a:spcBef>
              <a:spcAft>
                <a:spcPts val="0"/>
              </a:spcAft>
              <a:buClr>
                <a:schemeClr val="dk1"/>
              </a:buClr>
              <a:buSzPts val="700"/>
              <a:buFont typeface="Barlow"/>
              <a:buChar char="●"/>
              <a:defRPr sz="700">
                <a:latin typeface="Barlow"/>
                <a:ea typeface="Barlow"/>
                <a:cs typeface="Barlow"/>
                <a:sym typeface="Barlow"/>
              </a:defRPr>
            </a:lvl7pPr>
            <a:lvl8pPr indent="-273050" lvl="7" marL="3657600">
              <a:spcBef>
                <a:spcPts val="0"/>
              </a:spcBef>
              <a:spcAft>
                <a:spcPts val="0"/>
              </a:spcAft>
              <a:buClr>
                <a:schemeClr val="dk1"/>
              </a:buClr>
              <a:buSzPts val="700"/>
              <a:buFont typeface="Barlow"/>
              <a:buChar char="○"/>
              <a:defRPr sz="700">
                <a:latin typeface="Barlow"/>
                <a:ea typeface="Barlow"/>
                <a:cs typeface="Barlow"/>
                <a:sym typeface="Barlow"/>
              </a:defRPr>
            </a:lvl8pPr>
            <a:lvl9pPr indent="-273050" lvl="8" marL="4114800">
              <a:spcBef>
                <a:spcPts val="0"/>
              </a:spcBef>
              <a:spcAft>
                <a:spcPts val="0"/>
              </a:spcAft>
              <a:buClr>
                <a:schemeClr val="dk1"/>
              </a:buClr>
              <a:buSzPts val="700"/>
              <a:buFont typeface="Barlow"/>
              <a:buChar char="■"/>
              <a:defRPr sz="700">
                <a:latin typeface="Barlow"/>
                <a:ea typeface="Barlow"/>
                <a:cs typeface="Barlow"/>
                <a:sym typeface="Barlow"/>
              </a:defRPr>
            </a:lvl9pPr>
          </a:lstStyle>
          <a:p/>
        </p:txBody>
      </p:sp>
      <p:sp>
        <p:nvSpPr>
          <p:cNvPr id="289" name="Google Shape;289;p5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atin typeface="Barlow"/>
                <a:ea typeface="Barlow"/>
                <a:cs typeface="Barlow"/>
                <a:sym typeface="Barlow"/>
              </a:defRPr>
            </a:lvl1pPr>
            <a:lvl2pPr lvl="1">
              <a:buNone/>
              <a:defRPr>
                <a:latin typeface="Barlow"/>
                <a:ea typeface="Barlow"/>
                <a:cs typeface="Barlow"/>
                <a:sym typeface="Barlow"/>
              </a:defRPr>
            </a:lvl2pPr>
            <a:lvl3pPr lvl="2">
              <a:buNone/>
              <a:defRPr>
                <a:latin typeface="Barlow"/>
                <a:ea typeface="Barlow"/>
                <a:cs typeface="Barlow"/>
                <a:sym typeface="Barlow"/>
              </a:defRPr>
            </a:lvl3pPr>
            <a:lvl4pPr lvl="3">
              <a:buNone/>
              <a:defRPr>
                <a:latin typeface="Barlow"/>
                <a:ea typeface="Barlow"/>
                <a:cs typeface="Barlow"/>
                <a:sym typeface="Barlow"/>
              </a:defRPr>
            </a:lvl4pPr>
            <a:lvl5pPr lvl="4">
              <a:buNone/>
              <a:defRPr>
                <a:latin typeface="Barlow"/>
                <a:ea typeface="Barlow"/>
                <a:cs typeface="Barlow"/>
                <a:sym typeface="Barlow"/>
              </a:defRPr>
            </a:lvl5pPr>
            <a:lvl6pPr lvl="5">
              <a:buNone/>
              <a:defRPr>
                <a:latin typeface="Barlow"/>
                <a:ea typeface="Barlow"/>
                <a:cs typeface="Barlow"/>
                <a:sym typeface="Barlow"/>
              </a:defRPr>
            </a:lvl6pPr>
            <a:lvl7pPr lvl="6">
              <a:buNone/>
              <a:defRPr>
                <a:latin typeface="Barlow"/>
                <a:ea typeface="Barlow"/>
                <a:cs typeface="Barlow"/>
                <a:sym typeface="Barlow"/>
              </a:defRPr>
            </a:lvl7pPr>
            <a:lvl8pPr lvl="7">
              <a:buNone/>
              <a:defRPr>
                <a:latin typeface="Barlow"/>
                <a:ea typeface="Barlow"/>
                <a:cs typeface="Barlow"/>
                <a:sym typeface="Barlow"/>
              </a:defRPr>
            </a:lvl8pPr>
            <a:lvl9pPr lvl="8">
              <a:buNone/>
              <a:defRPr>
                <a:latin typeface="Barlow"/>
                <a:ea typeface="Barlow"/>
                <a:cs typeface="Barlow"/>
                <a:sym typeface="Barlow"/>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Image">
  <p:cSld name="CUSTOM_1">
    <p:bg>
      <p:bgPr>
        <a:solidFill>
          <a:schemeClr val="lt2"/>
        </a:solidFill>
      </p:bgPr>
    </p:bg>
    <p:spTree>
      <p:nvGrpSpPr>
        <p:cNvPr id="290" name="Shape 290"/>
        <p:cNvGrpSpPr/>
        <p:nvPr/>
      </p:nvGrpSpPr>
      <p:grpSpPr>
        <a:xfrm>
          <a:off x="0" y="0"/>
          <a:ext cx="0" cy="0"/>
          <a:chOff x="0" y="0"/>
          <a:chExt cx="0" cy="0"/>
        </a:xfrm>
      </p:grpSpPr>
      <p:sp>
        <p:nvSpPr>
          <p:cNvPr id="291" name="Google Shape;291;p51"/>
          <p:cNvSpPr/>
          <p:nvPr>
            <p:ph idx="2" type="pic"/>
          </p:nvPr>
        </p:nvSpPr>
        <p:spPr>
          <a:xfrm>
            <a:off x="5485725" y="523025"/>
            <a:ext cx="3135300" cy="4097700"/>
          </a:xfrm>
          <a:prstGeom prst="roundRect">
            <a:avLst>
              <a:gd fmla="val 16667" name="adj"/>
            </a:avLst>
          </a:prstGeom>
          <a:noFill/>
          <a:ln>
            <a:noFill/>
          </a:ln>
        </p:spPr>
      </p:sp>
      <p:sp>
        <p:nvSpPr>
          <p:cNvPr id="292" name="Google Shape;292;p51"/>
          <p:cNvSpPr txBox="1"/>
          <p:nvPr>
            <p:ph type="title"/>
          </p:nvPr>
        </p:nvSpPr>
        <p:spPr>
          <a:xfrm>
            <a:off x="591441" y="391675"/>
            <a:ext cx="4397400" cy="3178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6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293" name="Google Shape;293;p51"/>
          <p:cNvSpPr txBox="1"/>
          <p:nvPr>
            <p:ph idx="1" type="body"/>
          </p:nvPr>
        </p:nvSpPr>
        <p:spPr>
          <a:xfrm>
            <a:off x="638750" y="4413181"/>
            <a:ext cx="5537100" cy="310500"/>
          </a:xfrm>
          <a:prstGeom prst="rect">
            <a:avLst/>
          </a:prstGeom>
        </p:spPr>
        <p:txBody>
          <a:bodyPr anchorCtr="0" anchor="b" bIns="91425" lIns="91425" spcFirstLastPara="1" rIns="91425" wrap="square" tIns="91425">
            <a:noAutofit/>
          </a:bodyPr>
          <a:lstStyle>
            <a:lvl1pPr indent="-298450" lvl="0" marL="4572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1pPr>
            <a:lvl2pPr indent="-298450" lvl="1" marL="9144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2pPr>
            <a:lvl3pPr indent="-298450" lvl="2" marL="13716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3pPr>
            <a:lvl4pPr indent="-298450" lvl="3" marL="18288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4pPr>
            <a:lvl5pPr indent="-298450" lvl="4" marL="2286000">
              <a:spcBef>
                <a:spcPts val="0"/>
              </a:spcBef>
              <a:spcAft>
                <a:spcPts val="0"/>
              </a:spcAft>
              <a:buClr>
                <a:schemeClr val="lt1"/>
              </a:buClr>
              <a:buSzPts val="1100"/>
              <a:buFont typeface="Barlow Medium"/>
              <a:buChar char="○"/>
              <a:defRPr>
                <a:solidFill>
                  <a:schemeClr val="lt1"/>
                </a:solidFill>
                <a:latin typeface="Barlow Medium"/>
                <a:ea typeface="Barlow Medium"/>
                <a:cs typeface="Barlow Medium"/>
                <a:sym typeface="Barlow Medium"/>
              </a:defRPr>
            </a:lvl5pPr>
            <a:lvl6pPr indent="-298450" lvl="5" marL="27432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6pPr>
            <a:lvl7pPr indent="-298450" lvl="6" marL="32004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7pPr>
            <a:lvl8pPr indent="-298450" lvl="7" marL="36576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8pPr>
            <a:lvl9pPr indent="-298450" lvl="8" marL="41148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9pPr>
          </a:lstStyle>
          <a:p/>
        </p:txBody>
      </p:sp>
      <p:sp>
        <p:nvSpPr>
          <p:cNvPr id="294" name="Google Shape;294;p51"/>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1"/>
                </a:solidFill>
              </a:defRPr>
            </a:lvl1pPr>
            <a:lvl2pPr lvl="1" rtl="0">
              <a:buNone/>
              <a:defRPr sz="1100">
                <a:solidFill>
                  <a:schemeClr val="accent1"/>
                </a:solidFill>
              </a:defRPr>
            </a:lvl2pPr>
            <a:lvl3pPr lvl="2" rtl="0">
              <a:buNone/>
              <a:defRPr sz="1100">
                <a:solidFill>
                  <a:schemeClr val="accent1"/>
                </a:solidFill>
              </a:defRPr>
            </a:lvl3pPr>
            <a:lvl4pPr lvl="3" rtl="0">
              <a:buNone/>
              <a:defRPr sz="1100">
                <a:solidFill>
                  <a:schemeClr val="accent1"/>
                </a:solidFill>
              </a:defRPr>
            </a:lvl4pPr>
            <a:lvl5pPr lvl="4" rtl="0">
              <a:buNone/>
              <a:defRPr sz="1100">
                <a:solidFill>
                  <a:schemeClr val="accent1"/>
                </a:solidFill>
              </a:defRPr>
            </a:lvl5pPr>
            <a:lvl6pPr lvl="5" rtl="0">
              <a:buNone/>
              <a:defRPr sz="1100">
                <a:solidFill>
                  <a:schemeClr val="accent1"/>
                </a:solidFill>
              </a:defRPr>
            </a:lvl6pPr>
            <a:lvl7pPr lvl="6" rtl="0">
              <a:buNone/>
              <a:defRPr sz="1100">
                <a:solidFill>
                  <a:schemeClr val="accent1"/>
                </a:solidFill>
              </a:defRPr>
            </a:lvl7pPr>
            <a:lvl8pPr lvl="7" rtl="0">
              <a:buNone/>
              <a:defRPr sz="1100">
                <a:solidFill>
                  <a:schemeClr val="accent1"/>
                </a:solidFill>
              </a:defRPr>
            </a:lvl8pPr>
            <a:lvl9pPr lvl="8" rtl="0">
              <a:buNone/>
              <a:defRPr sz="1100">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als + 5 Images">
  <p:cSld name="CUSTOM_2">
    <p:bg>
      <p:bgPr>
        <a:solidFill>
          <a:schemeClr val="dk1"/>
        </a:solidFill>
      </p:bgPr>
    </p:bg>
    <p:spTree>
      <p:nvGrpSpPr>
        <p:cNvPr id="295" name="Shape 295"/>
        <p:cNvGrpSpPr/>
        <p:nvPr/>
      </p:nvGrpSpPr>
      <p:grpSpPr>
        <a:xfrm>
          <a:off x="0" y="0"/>
          <a:ext cx="0" cy="0"/>
          <a:chOff x="0" y="0"/>
          <a:chExt cx="0" cy="0"/>
        </a:xfrm>
      </p:grpSpPr>
      <p:sp>
        <p:nvSpPr>
          <p:cNvPr id="296" name="Google Shape;296;p52"/>
          <p:cNvSpPr txBox="1"/>
          <p:nvPr>
            <p:ph idx="1" type="body"/>
          </p:nvPr>
        </p:nvSpPr>
        <p:spPr>
          <a:xfrm>
            <a:off x="5481425" y="2715575"/>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97" name="Google Shape;297;p52"/>
          <p:cNvSpPr txBox="1"/>
          <p:nvPr>
            <p:ph idx="2" type="body"/>
          </p:nvPr>
        </p:nvSpPr>
        <p:spPr>
          <a:xfrm>
            <a:off x="3918400" y="2715725"/>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98" name="Google Shape;298;p52"/>
          <p:cNvSpPr txBox="1"/>
          <p:nvPr>
            <p:ph idx="3" type="body"/>
          </p:nvPr>
        </p:nvSpPr>
        <p:spPr>
          <a:xfrm>
            <a:off x="2349550" y="2715575"/>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99" name="Google Shape;299;p52"/>
          <p:cNvSpPr txBox="1"/>
          <p:nvPr>
            <p:ph idx="4" type="body"/>
          </p:nvPr>
        </p:nvSpPr>
        <p:spPr>
          <a:xfrm>
            <a:off x="791150"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300" name="Google Shape;300;p52"/>
          <p:cNvSpPr txBox="1"/>
          <p:nvPr>
            <p:ph idx="5" type="body"/>
          </p:nvPr>
        </p:nvSpPr>
        <p:spPr>
          <a:xfrm>
            <a:off x="791150"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01" name="Google Shape;301;p52"/>
          <p:cNvSpPr txBox="1"/>
          <p:nvPr>
            <p:ph idx="6" type="body"/>
          </p:nvPr>
        </p:nvSpPr>
        <p:spPr>
          <a:xfrm>
            <a:off x="7044450"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cxnSp>
        <p:nvCxnSpPr>
          <p:cNvPr id="302" name="Google Shape;302;p52"/>
          <p:cNvCxnSpPr/>
          <p:nvPr/>
        </p:nvCxnSpPr>
        <p:spPr>
          <a:xfrm rot="10800000">
            <a:off x="827250" y="1481375"/>
            <a:ext cx="7489500" cy="0"/>
          </a:xfrm>
          <a:prstGeom prst="straightConnector1">
            <a:avLst/>
          </a:prstGeom>
          <a:noFill/>
          <a:ln cap="flat" cmpd="sng" w="19050">
            <a:solidFill>
              <a:schemeClr val="accent1"/>
            </a:solidFill>
            <a:prstDash val="solid"/>
            <a:round/>
            <a:headEnd len="med" w="med" type="none"/>
            <a:tailEnd len="med" w="med" type="none"/>
          </a:ln>
        </p:spPr>
      </p:cxnSp>
      <p:sp>
        <p:nvSpPr>
          <p:cNvPr id="303" name="Google Shape;303;p52"/>
          <p:cNvSpPr/>
          <p:nvPr>
            <p:ph idx="7" type="pic"/>
          </p:nvPr>
        </p:nvSpPr>
        <p:spPr>
          <a:xfrm>
            <a:off x="7049625" y="523025"/>
            <a:ext cx="1305900" cy="1918500"/>
          </a:xfrm>
          <a:prstGeom prst="roundRect">
            <a:avLst>
              <a:gd fmla="val 16667" name="adj"/>
            </a:avLst>
          </a:prstGeom>
          <a:noFill/>
          <a:ln>
            <a:noFill/>
          </a:ln>
        </p:spPr>
      </p:sp>
      <p:sp>
        <p:nvSpPr>
          <p:cNvPr id="304" name="Google Shape;304;p52"/>
          <p:cNvSpPr/>
          <p:nvPr>
            <p:ph idx="8" type="pic"/>
          </p:nvPr>
        </p:nvSpPr>
        <p:spPr>
          <a:xfrm>
            <a:off x="784775" y="522100"/>
            <a:ext cx="1305900" cy="1918500"/>
          </a:xfrm>
          <a:prstGeom prst="roundRect">
            <a:avLst>
              <a:gd fmla="val 16667" name="adj"/>
            </a:avLst>
          </a:prstGeom>
          <a:noFill/>
          <a:ln>
            <a:noFill/>
          </a:ln>
        </p:spPr>
      </p:sp>
      <p:sp>
        <p:nvSpPr>
          <p:cNvPr id="305" name="Google Shape;305;p52"/>
          <p:cNvSpPr/>
          <p:nvPr>
            <p:ph idx="9" type="pic"/>
          </p:nvPr>
        </p:nvSpPr>
        <p:spPr>
          <a:xfrm>
            <a:off x="2343950" y="523500"/>
            <a:ext cx="1305900" cy="1918500"/>
          </a:xfrm>
          <a:prstGeom prst="roundRect">
            <a:avLst>
              <a:gd fmla="val 16667" name="adj"/>
            </a:avLst>
          </a:prstGeom>
          <a:noFill/>
          <a:ln>
            <a:noFill/>
          </a:ln>
        </p:spPr>
      </p:sp>
      <p:sp>
        <p:nvSpPr>
          <p:cNvPr id="306" name="Google Shape;306;p52"/>
          <p:cNvSpPr/>
          <p:nvPr>
            <p:ph idx="13" type="pic"/>
          </p:nvPr>
        </p:nvSpPr>
        <p:spPr>
          <a:xfrm>
            <a:off x="3915213" y="523500"/>
            <a:ext cx="1305900" cy="1918500"/>
          </a:xfrm>
          <a:prstGeom prst="roundRect">
            <a:avLst>
              <a:gd fmla="val 16667" name="adj"/>
            </a:avLst>
          </a:prstGeom>
          <a:noFill/>
          <a:ln>
            <a:noFill/>
          </a:ln>
        </p:spPr>
      </p:sp>
      <p:sp>
        <p:nvSpPr>
          <p:cNvPr id="307" name="Google Shape;307;p52"/>
          <p:cNvSpPr/>
          <p:nvPr>
            <p:ph idx="14" type="pic"/>
          </p:nvPr>
        </p:nvSpPr>
        <p:spPr>
          <a:xfrm>
            <a:off x="5490975" y="523500"/>
            <a:ext cx="1305900" cy="1918500"/>
          </a:xfrm>
          <a:prstGeom prst="roundRect">
            <a:avLst>
              <a:gd fmla="val 16667" name="adj"/>
            </a:avLst>
          </a:prstGeom>
          <a:noFill/>
          <a:ln>
            <a:noFill/>
          </a:ln>
        </p:spPr>
      </p:sp>
      <p:sp>
        <p:nvSpPr>
          <p:cNvPr id="308" name="Google Shape;308;p52"/>
          <p:cNvSpPr txBox="1"/>
          <p:nvPr>
            <p:ph idx="15" type="body"/>
          </p:nvPr>
        </p:nvSpPr>
        <p:spPr>
          <a:xfrm>
            <a:off x="5481425" y="4112700"/>
            <a:ext cx="2877600" cy="505200"/>
          </a:xfrm>
          <a:prstGeom prst="rect">
            <a:avLst/>
          </a:prstGeom>
        </p:spPr>
        <p:txBody>
          <a:bodyPr anchorCtr="0" anchor="t" bIns="0" lIns="0" spcFirstLastPara="1" rIns="0" wrap="square" tIns="0">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309" name="Google Shape;309;p52"/>
          <p:cNvSpPr txBox="1"/>
          <p:nvPr>
            <p:ph idx="16" type="subTitle"/>
          </p:nvPr>
        </p:nvSpPr>
        <p:spPr>
          <a:xfrm>
            <a:off x="5481425" y="3897300"/>
            <a:ext cx="2877600" cy="2154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1pPr>
            <a:lvl2pPr lvl="1">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2pPr>
            <a:lvl3pPr lvl="2">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3pPr>
            <a:lvl4pPr lvl="3">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4pPr>
            <a:lvl5pPr lvl="4">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5pPr>
            <a:lvl6pPr lvl="5">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6pPr>
            <a:lvl7pPr lvl="6">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7pPr>
            <a:lvl8pPr lvl="7">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8pPr>
            <a:lvl9pPr lvl="8">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9pPr>
          </a:lstStyle>
          <a:p/>
        </p:txBody>
      </p:sp>
      <p:sp>
        <p:nvSpPr>
          <p:cNvPr id="310" name="Google Shape;310;p52"/>
          <p:cNvSpPr txBox="1"/>
          <p:nvPr>
            <p:ph idx="17" type="body"/>
          </p:nvPr>
        </p:nvSpPr>
        <p:spPr>
          <a:xfrm>
            <a:off x="2349500"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311" name="Google Shape;311;p52"/>
          <p:cNvSpPr txBox="1"/>
          <p:nvPr>
            <p:ph idx="18" type="body"/>
          </p:nvPr>
        </p:nvSpPr>
        <p:spPr>
          <a:xfrm>
            <a:off x="3915488"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312" name="Google Shape;312;p52"/>
          <p:cNvSpPr txBox="1"/>
          <p:nvPr>
            <p:ph idx="19" type="body"/>
          </p:nvPr>
        </p:nvSpPr>
        <p:spPr>
          <a:xfrm>
            <a:off x="5479963"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313" name="Google Shape;313;p52"/>
          <p:cNvSpPr txBox="1"/>
          <p:nvPr>
            <p:ph idx="20" type="body"/>
          </p:nvPr>
        </p:nvSpPr>
        <p:spPr>
          <a:xfrm>
            <a:off x="7047338"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314" name="Google Shape;314;p52"/>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1"/>
                </a:solidFill>
              </a:defRPr>
            </a:lvl1pPr>
            <a:lvl2pPr lvl="1" rtl="0">
              <a:buNone/>
              <a:defRPr sz="1100">
                <a:solidFill>
                  <a:schemeClr val="accent1"/>
                </a:solidFill>
              </a:defRPr>
            </a:lvl2pPr>
            <a:lvl3pPr lvl="2" rtl="0">
              <a:buNone/>
              <a:defRPr sz="1100">
                <a:solidFill>
                  <a:schemeClr val="accent1"/>
                </a:solidFill>
              </a:defRPr>
            </a:lvl3pPr>
            <a:lvl4pPr lvl="3" rtl="0">
              <a:buNone/>
              <a:defRPr sz="1100">
                <a:solidFill>
                  <a:schemeClr val="accent1"/>
                </a:solidFill>
              </a:defRPr>
            </a:lvl4pPr>
            <a:lvl5pPr lvl="4" rtl="0">
              <a:buNone/>
              <a:defRPr sz="1100">
                <a:solidFill>
                  <a:schemeClr val="accent1"/>
                </a:solidFill>
              </a:defRPr>
            </a:lvl5pPr>
            <a:lvl6pPr lvl="5" rtl="0">
              <a:buNone/>
              <a:defRPr sz="1100">
                <a:solidFill>
                  <a:schemeClr val="accent1"/>
                </a:solidFill>
              </a:defRPr>
            </a:lvl6pPr>
            <a:lvl7pPr lvl="6" rtl="0">
              <a:buNone/>
              <a:defRPr sz="1100">
                <a:solidFill>
                  <a:schemeClr val="accent1"/>
                </a:solidFill>
              </a:defRPr>
            </a:lvl7pPr>
            <a:lvl8pPr lvl="7" rtl="0">
              <a:buNone/>
              <a:defRPr sz="1100">
                <a:solidFill>
                  <a:schemeClr val="accent1"/>
                </a:solidFill>
              </a:defRPr>
            </a:lvl8pPr>
            <a:lvl9pPr lvl="8" rtl="0">
              <a:buNone/>
              <a:defRPr sz="1100">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rategy Canvas / Line Graph">
  <p:cSld name="CUSTOM_3">
    <p:bg>
      <p:bgPr>
        <a:solidFill>
          <a:schemeClr val="dk1"/>
        </a:solidFill>
      </p:bgPr>
    </p:bg>
    <p:spTree>
      <p:nvGrpSpPr>
        <p:cNvPr id="315" name="Shape 315"/>
        <p:cNvGrpSpPr/>
        <p:nvPr/>
      </p:nvGrpSpPr>
      <p:grpSpPr>
        <a:xfrm>
          <a:off x="0" y="0"/>
          <a:ext cx="0" cy="0"/>
          <a:chOff x="0" y="0"/>
          <a:chExt cx="0" cy="0"/>
        </a:xfrm>
      </p:grpSpPr>
      <p:sp>
        <p:nvSpPr>
          <p:cNvPr id="316" name="Google Shape;316;p53"/>
          <p:cNvSpPr txBox="1"/>
          <p:nvPr>
            <p:ph idx="1" type="body"/>
          </p:nvPr>
        </p:nvSpPr>
        <p:spPr>
          <a:xfrm>
            <a:off x="3917825" y="4024920"/>
            <a:ext cx="4441200" cy="505200"/>
          </a:xfrm>
          <a:prstGeom prst="rect">
            <a:avLst/>
          </a:prstGeom>
        </p:spPr>
        <p:txBody>
          <a:bodyPr anchorCtr="0" anchor="t" bIns="0" lIns="0" spcFirstLastPara="1" rIns="0" wrap="square" tIns="0">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317" name="Google Shape;317;p53"/>
          <p:cNvSpPr txBox="1"/>
          <p:nvPr>
            <p:ph idx="2" type="subTitle"/>
          </p:nvPr>
        </p:nvSpPr>
        <p:spPr>
          <a:xfrm>
            <a:off x="783675" y="3967895"/>
            <a:ext cx="2877600" cy="4311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1pPr>
            <a:lvl2pPr lvl="1">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2pPr>
            <a:lvl3pPr lvl="2">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3pPr>
            <a:lvl4pPr lvl="3">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4pPr>
            <a:lvl5pPr lvl="4">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5pPr>
            <a:lvl6pPr lvl="5">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6pPr>
            <a:lvl7pPr lvl="6">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7pPr>
            <a:lvl8pPr lvl="7">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8pPr>
            <a:lvl9pPr lvl="8">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9pPr>
          </a:lstStyle>
          <a:p/>
        </p:txBody>
      </p:sp>
      <p:sp>
        <p:nvSpPr>
          <p:cNvPr id="318" name="Google Shape;318;p53"/>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1"/>
                </a:solidFill>
              </a:defRPr>
            </a:lvl1pPr>
            <a:lvl2pPr lvl="1" rtl="0">
              <a:buNone/>
              <a:defRPr sz="1100">
                <a:solidFill>
                  <a:schemeClr val="accent1"/>
                </a:solidFill>
              </a:defRPr>
            </a:lvl2pPr>
            <a:lvl3pPr lvl="2" rtl="0">
              <a:buNone/>
              <a:defRPr sz="1100">
                <a:solidFill>
                  <a:schemeClr val="accent1"/>
                </a:solidFill>
              </a:defRPr>
            </a:lvl3pPr>
            <a:lvl4pPr lvl="3" rtl="0">
              <a:buNone/>
              <a:defRPr sz="1100">
                <a:solidFill>
                  <a:schemeClr val="accent1"/>
                </a:solidFill>
              </a:defRPr>
            </a:lvl4pPr>
            <a:lvl5pPr lvl="4" rtl="0">
              <a:buNone/>
              <a:defRPr sz="1100">
                <a:solidFill>
                  <a:schemeClr val="accent1"/>
                </a:solidFill>
              </a:defRPr>
            </a:lvl5pPr>
            <a:lvl6pPr lvl="5" rtl="0">
              <a:buNone/>
              <a:defRPr sz="1100">
                <a:solidFill>
                  <a:schemeClr val="accent1"/>
                </a:solidFill>
              </a:defRPr>
            </a:lvl6pPr>
            <a:lvl7pPr lvl="6" rtl="0">
              <a:buNone/>
              <a:defRPr sz="1100">
                <a:solidFill>
                  <a:schemeClr val="accent1"/>
                </a:solidFill>
              </a:defRPr>
            </a:lvl7pPr>
            <a:lvl8pPr lvl="7" rtl="0">
              <a:buNone/>
              <a:defRPr sz="1100">
                <a:solidFill>
                  <a:schemeClr val="accent1"/>
                </a:solidFill>
              </a:defRPr>
            </a:lvl8pPr>
            <a:lvl9pPr lvl="8" rtl="0">
              <a:buNone/>
              <a:defRPr sz="1100">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USTOM_4">
    <p:spTree>
      <p:nvGrpSpPr>
        <p:cNvPr id="319" name="Shape 319"/>
        <p:cNvGrpSpPr/>
        <p:nvPr/>
      </p:nvGrpSpPr>
      <p:grpSpPr>
        <a:xfrm>
          <a:off x="0" y="0"/>
          <a:ext cx="0" cy="0"/>
          <a:chOff x="0" y="0"/>
          <a:chExt cx="0" cy="0"/>
        </a:xfrm>
      </p:grpSpPr>
      <p:sp>
        <p:nvSpPr>
          <p:cNvPr id="320" name="Google Shape;320;p54"/>
          <p:cNvSpPr txBox="1"/>
          <p:nvPr>
            <p:ph type="title"/>
          </p:nvPr>
        </p:nvSpPr>
        <p:spPr>
          <a:xfrm>
            <a:off x="697350" y="2932550"/>
            <a:ext cx="7749300" cy="1015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3600"/>
              <a:buFont typeface="Hepta Slab Medium"/>
              <a:buNone/>
              <a:defRPr>
                <a:latin typeface="Hepta Slab Medium"/>
                <a:ea typeface="Hepta Slab Medium"/>
                <a:cs typeface="Hepta Slab Medium"/>
                <a:sym typeface="Hepta Slab Medium"/>
              </a:defRPr>
            </a:lvl1pPr>
            <a:lvl2pPr lvl="1"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2pPr>
            <a:lvl3pPr lvl="2"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3pPr>
            <a:lvl4pPr lvl="3"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4pPr>
            <a:lvl5pPr lvl="4"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5pPr>
            <a:lvl6pPr lvl="5"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6pPr>
            <a:lvl7pPr lvl="6"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7pPr>
            <a:lvl8pPr lvl="7"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8pPr>
            <a:lvl9pPr lvl="8"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9pPr>
          </a:lstStyle>
          <a:p/>
        </p:txBody>
      </p:sp>
      <p:sp>
        <p:nvSpPr>
          <p:cNvPr id="321" name="Google Shape;321;p54"/>
          <p:cNvSpPr txBox="1"/>
          <p:nvPr>
            <p:ph idx="2" type="title"/>
          </p:nvPr>
        </p:nvSpPr>
        <p:spPr>
          <a:xfrm>
            <a:off x="3278250" y="1194450"/>
            <a:ext cx="2587500" cy="1992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2"/>
              </a:buClr>
              <a:buSzPts val="12800"/>
              <a:buNone/>
              <a:defRPr sz="12800">
                <a:solidFill>
                  <a:schemeClr val="accent2"/>
                </a:solidFill>
              </a:defRPr>
            </a:lvl1pPr>
            <a:lvl2pPr lvl="1"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2pPr>
            <a:lvl3pPr lvl="2"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3pPr>
            <a:lvl4pPr lvl="3"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4pPr>
            <a:lvl5pPr lvl="4"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5pPr>
            <a:lvl6pPr lvl="5"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6pPr>
            <a:lvl7pPr lvl="6"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7pPr>
            <a:lvl8pPr lvl="7"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8pPr>
            <a:lvl9pPr lvl="8"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9pPr>
          </a:lstStyle>
          <a:p/>
        </p:txBody>
      </p:sp>
      <p:sp>
        <p:nvSpPr>
          <p:cNvPr id="322" name="Google Shape;322;p5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PIs / Objectives">
  <p:cSld name="CUSTOM_5">
    <p:bg>
      <p:bgPr>
        <a:solidFill>
          <a:schemeClr val="dk1"/>
        </a:solidFill>
      </p:bgPr>
    </p:bg>
    <p:spTree>
      <p:nvGrpSpPr>
        <p:cNvPr id="323" name="Shape 323"/>
        <p:cNvGrpSpPr/>
        <p:nvPr/>
      </p:nvGrpSpPr>
      <p:grpSpPr>
        <a:xfrm>
          <a:off x="0" y="0"/>
          <a:ext cx="0" cy="0"/>
          <a:chOff x="0" y="0"/>
          <a:chExt cx="0" cy="0"/>
        </a:xfrm>
      </p:grpSpPr>
      <p:sp>
        <p:nvSpPr>
          <p:cNvPr id="324" name="Google Shape;324;p55"/>
          <p:cNvSpPr/>
          <p:nvPr/>
        </p:nvSpPr>
        <p:spPr>
          <a:xfrm rot="-5400000">
            <a:off x="4090300" y="-436575"/>
            <a:ext cx="4099200" cy="6015000"/>
          </a:xfrm>
          <a:prstGeom prst="round2SameRect">
            <a:avLst>
              <a:gd fmla="val 16667" name="adj1"/>
              <a:gd fmla="val 0" name="adj2"/>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2"/>
              </a:solidFill>
            </a:endParaRPr>
          </a:p>
        </p:txBody>
      </p:sp>
      <p:sp>
        <p:nvSpPr>
          <p:cNvPr id="325" name="Google Shape;325;p55"/>
          <p:cNvSpPr txBox="1"/>
          <p:nvPr>
            <p:ph idx="1" type="body"/>
          </p:nvPr>
        </p:nvSpPr>
        <p:spPr>
          <a:xfrm>
            <a:off x="3918400" y="3680775"/>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26" name="Google Shape;326;p55"/>
          <p:cNvSpPr txBox="1"/>
          <p:nvPr>
            <p:ph idx="2" type="body"/>
          </p:nvPr>
        </p:nvSpPr>
        <p:spPr>
          <a:xfrm>
            <a:off x="3918400" y="3780825"/>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27" name="Google Shape;327;p55"/>
          <p:cNvSpPr txBox="1"/>
          <p:nvPr>
            <p:ph idx="3" type="body"/>
          </p:nvPr>
        </p:nvSpPr>
        <p:spPr>
          <a:xfrm>
            <a:off x="7044450" y="36805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28" name="Google Shape;328;p55"/>
          <p:cNvSpPr txBox="1"/>
          <p:nvPr>
            <p:ph idx="4" type="body"/>
          </p:nvPr>
        </p:nvSpPr>
        <p:spPr>
          <a:xfrm>
            <a:off x="7044450" y="37806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29" name="Google Shape;329;p55"/>
          <p:cNvSpPr/>
          <p:nvPr>
            <p:ph idx="5" type="pic"/>
          </p:nvPr>
        </p:nvSpPr>
        <p:spPr>
          <a:xfrm>
            <a:off x="7049625" y="1588125"/>
            <a:ext cx="1305900" cy="1918500"/>
          </a:xfrm>
          <a:prstGeom prst="roundRect">
            <a:avLst>
              <a:gd fmla="val 16667" name="adj"/>
            </a:avLst>
          </a:prstGeom>
          <a:noFill/>
          <a:ln>
            <a:noFill/>
          </a:ln>
        </p:spPr>
      </p:sp>
      <p:sp>
        <p:nvSpPr>
          <p:cNvPr id="330" name="Google Shape;330;p55"/>
          <p:cNvSpPr/>
          <p:nvPr>
            <p:ph idx="6" type="pic"/>
          </p:nvPr>
        </p:nvSpPr>
        <p:spPr>
          <a:xfrm>
            <a:off x="3915213" y="1588600"/>
            <a:ext cx="1305900" cy="1918500"/>
          </a:xfrm>
          <a:prstGeom prst="roundRect">
            <a:avLst>
              <a:gd fmla="val 16667" name="adj"/>
            </a:avLst>
          </a:prstGeom>
          <a:noFill/>
          <a:ln>
            <a:noFill/>
          </a:ln>
        </p:spPr>
      </p:sp>
      <p:sp>
        <p:nvSpPr>
          <p:cNvPr id="331" name="Google Shape;331;p55"/>
          <p:cNvSpPr/>
          <p:nvPr>
            <p:ph idx="7" type="pic"/>
          </p:nvPr>
        </p:nvSpPr>
        <p:spPr>
          <a:xfrm>
            <a:off x="5490975" y="1588600"/>
            <a:ext cx="1305900" cy="1918500"/>
          </a:xfrm>
          <a:prstGeom prst="roundRect">
            <a:avLst>
              <a:gd fmla="val 16667" name="adj"/>
            </a:avLst>
          </a:prstGeom>
          <a:noFill/>
          <a:ln>
            <a:noFill/>
          </a:ln>
        </p:spPr>
      </p:sp>
      <p:sp>
        <p:nvSpPr>
          <p:cNvPr id="332" name="Google Shape;332;p55"/>
          <p:cNvSpPr txBox="1"/>
          <p:nvPr>
            <p:ph idx="8" type="subTitle"/>
          </p:nvPr>
        </p:nvSpPr>
        <p:spPr>
          <a:xfrm>
            <a:off x="3918800" y="1034575"/>
            <a:ext cx="1307100" cy="554100"/>
          </a:xfrm>
          <a:prstGeom prst="rect">
            <a:avLst/>
          </a:prstGeom>
        </p:spPr>
        <p:txBody>
          <a:bodyPr anchorCtr="0" anchor="b" bIns="0" lIns="0" spcFirstLastPara="1" rIns="0" wrap="square" tIns="0">
            <a:noAutofit/>
          </a:bodyPr>
          <a:lstStyle>
            <a:lvl1pPr lvl="0">
              <a:spcBef>
                <a:spcPts val="0"/>
              </a:spcBef>
              <a:spcAft>
                <a:spcPts val="0"/>
              </a:spcAft>
              <a:buClr>
                <a:schemeClr val="accent2"/>
              </a:buClr>
              <a:buSzPts val="3600"/>
              <a:buFont typeface="Barlow ExtraLight"/>
              <a:buNone/>
              <a:defRPr sz="3600">
                <a:solidFill>
                  <a:schemeClr val="accent2"/>
                </a:solidFill>
                <a:latin typeface="Barlow ExtraLight"/>
                <a:ea typeface="Barlow ExtraLight"/>
                <a:cs typeface="Barlow ExtraLight"/>
                <a:sym typeface="Barlow ExtraLight"/>
              </a:defRPr>
            </a:lvl1pPr>
            <a:lvl2pPr lvl="1"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2pPr>
            <a:lvl3pPr lvl="2"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3pPr>
            <a:lvl4pPr lvl="3"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4pPr>
            <a:lvl5pPr lvl="4"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5pPr>
            <a:lvl6pPr lvl="5"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6pPr>
            <a:lvl7pPr lvl="6"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7pPr>
            <a:lvl8pPr lvl="7"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8pPr>
            <a:lvl9pPr lvl="8"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9pPr>
          </a:lstStyle>
          <a:p/>
        </p:txBody>
      </p:sp>
      <p:sp>
        <p:nvSpPr>
          <p:cNvPr id="333" name="Google Shape;333;p55"/>
          <p:cNvSpPr txBox="1"/>
          <p:nvPr>
            <p:ph idx="9" type="subTitle"/>
          </p:nvPr>
        </p:nvSpPr>
        <p:spPr>
          <a:xfrm>
            <a:off x="5484775" y="1034575"/>
            <a:ext cx="1307100" cy="554100"/>
          </a:xfrm>
          <a:prstGeom prst="rect">
            <a:avLst/>
          </a:prstGeom>
        </p:spPr>
        <p:txBody>
          <a:bodyPr anchorCtr="0" anchor="b" bIns="0" lIns="0" spcFirstLastPara="1" rIns="0" wrap="square" tIns="0">
            <a:noAutofit/>
          </a:bodyPr>
          <a:lstStyle>
            <a:lvl1pPr lvl="0">
              <a:spcBef>
                <a:spcPts val="0"/>
              </a:spcBef>
              <a:spcAft>
                <a:spcPts val="0"/>
              </a:spcAft>
              <a:buClr>
                <a:schemeClr val="accent2"/>
              </a:buClr>
              <a:buSzPts val="3600"/>
              <a:buFont typeface="Barlow ExtraLight"/>
              <a:buNone/>
              <a:defRPr sz="3600">
                <a:solidFill>
                  <a:schemeClr val="accent2"/>
                </a:solidFill>
                <a:latin typeface="Barlow ExtraLight"/>
                <a:ea typeface="Barlow ExtraLight"/>
                <a:cs typeface="Barlow ExtraLight"/>
                <a:sym typeface="Barlow ExtraLight"/>
              </a:defRPr>
            </a:lvl1pPr>
            <a:lvl2pPr lvl="1"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2pPr>
            <a:lvl3pPr lvl="2"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3pPr>
            <a:lvl4pPr lvl="3"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4pPr>
            <a:lvl5pPr lvl="4"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5pPr>
            <a:lvl6pPr lvl="5"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6pPr>
            <a:lvl7pPr lvl="6"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7pPr>
            <a:lvl8pPr lvl="7"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8pPr>
            <a:lvl9pPr lvl="8"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9pPr>
          </a:lstStyle>
          <a:p/>
        </p:txBody>
      </p:sp>
      <p:sp>
        <p:nvSpPr>
          <p:cNvPr id="334" name="Google Shape;334;p55"/>
          <p:cNvSpPr txBox="1"/>
          <p:nvPr>
            <p:ph idx="13" type="subTitle"/>
          </p:nvPr>
        </p:nvSpPr>
        <p:spPr>
          <a:xfrm>
            <a:off x="7050750" y="1032775"/>
            <a:ext cx="1307100" cy="554100"/>
          </a:xfrm>
          <a:prstGeom prst="rect">
            <a:avLst/>
          </a:prstGeom>
        </p:spPr>
        <p:txBody>
          <a:bodyPr anchorCtr="0" anchor="b" bIns="0" lIns="0" spcFirstLastPara="1" rIns="0" wrap="square" tIns="0">
            <a:noAutofit/>
          </a:bodyPr>
          <a:lstStyle>
            <a:lvl1pPr lvl="0">
              <a:spcBef>
                <a:spcPts val="0"/>
              </a:spcBef>
              <a:spcAft>
                <a:spcPts val="0"/>
              </a:spcAft>
              <a:buClr>
                <a:schemeClr val="accent2"/>
              </a:buClr>
              <a:buSzPts val="3600"/>
              <a:buFont typeface="Barlow ExtraLight"/>
              <a:buNone/>
              <a:defRPr sz="3600">
                <a:solidFill>
                  <a:schemeClr val="accent2"/>
                </a:solidFill>
                <a:latin typeface="Barlow ExtraLight"/>
                <a:ea typeface="Barlow ExtraLight"/>
                <a:cs typeface="Barlow ExtraLight"/>
                <a:sym typeface="Barlow ExtraLight"/>
              </a:defRPr>
            </a:lvl1pPr>
            <a:lvl2pPr lvl="1"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2pPr>
            <a:lvl3pPr lvl="2"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3pPr>
            <a:lvl4pPr lvl="3"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4pPr>
            <a:lvl5pPr lvl="4"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5pPr>
            <a:lvl6pPr lvl="5"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6pPr>
            <a:lvl7pPr lvl="6"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7pPr>
            <a:lvl8pPr lvl="7"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8pPr>
            <a:lvl9pPr lvl="8"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9pPr>
          </a:lstStyle>
          <a:p/>
        </p:txBody>
      </p:sp>
      <p:sp>
        <p:nvSpPr>
          <p:cNvPr id="335" name="Google Shape;335;p55"/>
          <p:cNvSpPr txBox="1"/>
          <p:nvPr>
            <p:ph idx="14" type="body"/>
          </p:nvPr>
        </p:nvSpPr>
        <p:spPr>
          <a:xfrm>
            <a:off x="507400" y="1828050"/>
            <a:ext cx="2136300" cy="2973300"/>
          </a:xfrm>
          <a:prstGeom prst="rect">
            <a:avLst/>
          </a:prstGeom>
        </p:spPr>
        <p:txBody>
          <a:bodyPr anchorCtr="0" anchor="t" bIns="91425" lIns="91425" spcFirstLastPara="1" rIns="91425" wrap="square" tIns="91425">
            <a:noAutofit/>
          </a:bodyPr>
          <a:lstStyle>
            <a:lvl1pPr indent="-406400" lvl="0" marL="457200">
              <a:spcBef>
                <a:spcPts val="0"/>
              </a:spcBef>
              <a:spcAft>
                <a:spcPts val="0"/>
              </a:spcAft>
              <a:buClr>
                <a:schemeClr val="accent2"/>
              </a:buClr>
              <a:buSzPts val="2800"/>
              <a:buChar char="●"/>
              <a:defRPr sz="2800">
                <a:solidFill>
                  <a:schemeClr val="accent2"/>
                </a:solidFill>
              </a:defRPr>
            </a:lvl1pPr>
            <a:lvl2pPr indent="-406400" lvl="1" marL="914400">
              <a:spcBef>
                <a:spcPts val="0"/>
              </a:spcBef>
              <a:spcAft>
                <a:spcPts val="0"/>
              </a:spcAft>
              <a:buClr>
                <a:schemeClr val="accent2"/>
              </a:buClr>
              <a:buSzPts val="2800"/>
              <a:buChar char="○"/>
              <a:defRPr sz="2800">
                <a:solidFill>
                  <a:schemeClr val="accent2"/>
                </a:solidFill>
              </a:defRPr>
            </a:lvl2pPr>
            <a:lvl3pPr indent="-406400" lvl="2" marL="1371600">
              <a:spcBef>
                <a:spcPts val="0"/>
              </a:spcBef>
              <a:spcAft>
                <a:spcPts val="0"/>
              </a:spcAft>
              <a:buClr>
                <a:schemeClr val="accent2"/>
              </a:buClr>
              <a:buSzPts val="2800"/>
              <a:buChar char="■"/>
              <a:defRPr sz="2800">
                <a:solidFill>
                  <a:schemeClr val="accent2"/>
                </a:solidFill>
              </a:defRPr>
            </a:lvl3pPr>
            <a:lvl4pPr indent="-406400" lvl="3" marL="1828800">
              <a:spcBef>
                <a:spcPts val="0"/>
              </a:spcBef>
              <a:spcAft>
                <a:spcPts val="0"/>
              </a:spcAft>
              <a:buClr>
                <a:schemeClr val="accent2"/>
              </a:buClr>
              <a:buSzPts val="2800"/>
              <a:buChar char="●"/>
              <a:defRPr sz="2800">
                <a:solidFill>
                  <a:schemeClr val="accent2"/>
                </a:solidFill>
              </a:defRPr>
            </a:lvl4pPr>
            <a:lvl5pPr indent="-406400" lvl="4" marL="2286000">
              <a:spcBef>
                <a:spcPts val="0"/>
              </a:spcBef>
              <a:spcAft>
                <a:spcPts val="0"/>
              </a:spcAft>
              <a:buClr>
                <a:schemeClr val="accent2"/>
              </a:buClr>
              <a:buSzPts val="2800"/>
              <a:buChar char="○"/>
              <a:defRPr sz="2800">
                <a:solidFill>
                  <a:schemeClr val="accent2"/>
                </a:solidFill>
              </a:defRPr>
            </a:lvl5pPr>
            <a:lvl6pPr indent="-406400" lvl="5" marL="2743200">
              <a:spcBef>
                <a:spcPts val="0"/>
              </a:spcBef>
              <a:spcAft>
                <a:spcPts val="0"/>
              </a:spcAft>
              <a:buClr>
                <a:schemeClr val="accent2"/>
              </a:buClr>
              <a:buSzPts val="2800"/>
              <a:buChar char="■"/>
              <a:defRPr sz="2800">
                <a:solidFill>
                  <a:schemeClr val="accent2"/>
                </a:solidFill>
              </a:defRPr>
            </a:lvl6pPr>
            <a:lvl7pPr indent="-406400" lvl="6" marL="3200400">
              <a:spcBef>
                <a:spcPts val="0"/>
              </a:spcBef>
              <a:spcAft>
                <a:spcPts val="0"/>
              </a:spcAft>
              <a:buClr>
                <a:schemeClr val="accent2"/>
              </a:buClr>
              <a:buSzPts val="2800"/>
              <a:buChar char="●"/>
              <a:defRPr sz="2800">
                <a:solidFill>
                  <a:schemeClr val="accent2"/>
                </a:solidFill>
              </a:defRPr>
            </a:lvl7pPr>
            <a:lvl8pPr indent="-406400" lvl="7" marL="3657600">
              <a:spcBef>
                <a:spcPts val="0"/>
              </a:spcBef>
              <a:spcAft>
                <a:spcPts val="0"/>
              </a:spcAft>
              <a:buClr>
                <a:schemeClr val="accent2"/>
              </a:buClr>
              <a:buSzPts val="2800"/>
              <a:buChar char="○"/>
              <a:defRPr sz="2800">
                <a:solidFill>
                  <a:schemeClr val="accent2"/>
                </a:solidFill>
              </a:defRPr>
            </a:lvl8pPr>
            <a:lvl9pPr indent="-406400" lvl="8" marL="4114800">
              <a:spcBef>
                <a:spcPts val="0"/>
              </a:spcBef>
              <a:spcAft>
                <a:spcPts val="0"/>
              </a:spcAft>
              <a:buClr>
                <a:schemeClr val="accent2"/>
              </a:buClr>
              <a:buSzPts val="2800"/>
              <a:buChar char="■"/>
              <a:defRPr sz="2800">
                <a:solidFill>
                  <a:schemeClr val="accent2"/>
                </a:solidFill>
              </a:defRPr>
            </a:lvl9pPr>
          </a:lstStyle>
          <a:p/>
        </p:txBody>
      </p:sp>
      <p:sp>
        <p:nvSpPr>
          <p:cNvPr id="336" name="Google Shape;336;p55"/>
          <p:cNvSpPr txBox="1"/>
          <p:nvPr>
            <p:ph idx="15" type="body"/>
          </p:nvPr>
        </p:nvSpPr>
        <p:spPr>
          <a:xfrm>
            <a:off x="5481425" y="3680775"/>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37" name="Google Shape;337;p55"/>
          <p:cNvSpPr txBox="1"/>
          <p:nvPr>
            <p:ph idx="16" type="body"/>
          </p:nvPr>
        </p:nvSpPr>
        <p:spPr>
          <a:xfrm>
            <a:off x="5481425" y="3780825"/>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38" name="Google Shape;338;p55"/>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2"/>
                </a:solidFill>
              </a:defRPr>
            </a:lvl1pPr>
            <a:lvl2pPr lvl="1" rtl="0">
              <a:buNone/>
              <a:defRPr sz="1100">
                <a:solidFill>
                  <a:schemeClr val="accent2"/>
                </a:solidFill>
              </a:defRPr>
            </a:lvl2pPr>
            <a:lvl3pPr lvl="2" rtl="0">
              <a:buNone/>
              <a:defRPr sz="1100">
                <a:solidFill>
                  <a:schemeClr val="accent2"/>
                </a:solidFill>
              </a:defRPr>
            </a:lvl3pPr>
            <a:lvl4pPr lvl="3" rtl="0">
              <a:buNone/>
              <a:defRPr sz="1100">
                <a:solidFill>
                  <a:schemeClr val="accent2"/>
                </a:solidFill>
              </a:defRPr>
            </a:lvl4pPr>
            <a:lvl5pPr lvl="4" rtl="0">
              <a:buNone/>
              <a:defRPr sz="1100">
                <a:solidFill>
                  <a:schemeClr val="accent2"/>
                </a:solidFill>
              </a:defRPr>
            </a:lvl5pPr>
            <a:lvl6pPr lvl="5" rtl="0">
              <a:buNone/>
              <a:defRPr sz="1100">
                <a:solidFill>
                  <a:schemeClr val="accent2"/>
                </a:solidFill>
              </a:defRPr>
            </a:lvl6pPr>
            <a:lvl7pPr lvl="6" rtl="0">
              <a:buNone/>
              <a:defRPr sz="1100">
                <a:solidFill>
                  <a:schemeClr val="accent2"/>
                </a:solidFill>
              </a:defRPr>
            </a:lvl7pPr>
            <a:lvl8pPr lvl="7" rtl="0">
              <a:buNone/>
              <a:defRPr sz="1100">
                <a:solidFill>
                  <a:schemeClr val="accent2"/>
                </a:solidFill>
              </a:defRPr>
            </a:lvl8pPr>
            <a:lvl9pPr lvl="8" rtl="0">
              <a:buNone/>
              <a:defRPr sz="1100">
                <a:solidFill>
                  <a:schemeClr val="accent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432">
          <p15:clr>
            <a:srgbClr val="E46962"/>
          </p15:clr>
        </p15:guide>
        <p15:guide id="2" orient="horz" pos="2088">
          <p15:clr>
            <a:srgbClr val="E46962"/>
          </p15:clr>
        </p15:guide>
      </p15:sldGuideLst>
    </p:ext>
  </p:extLst>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on Plan + 5 Images">
  <p:cSld name="CUSTOM_6">
    <p:bg>
      <p:bgPr>
        <a:solidFill>
          <a:schemeClr val="accent6"/>
        </a:solidFill>
      </p:bgPr>
    </p:bg>
    <p:spTree>
      <p:nvGrpSpPr>
        <p:cNvPr id="339" name="Shape 339"/>
        <p:cNvGrpSpPr/>
        <p:nvPr/>
      </p:nvGrpSpPr>
      <p:grpSpPr>
        <a:xfrm>
          <a:off x="0" y="0"/>
          <a:ext cx="0" cy="0"/>
          <a:chOff x="0" y="0"/>
          <a:chExt cx="0" cy="0"/>
        </a:xfrm>
      </p:grpSpPr>
      <p:sp>
        <p:nvSpPr>
          <p:cNvPr id="340" name="Google Shape;340;p56"/>
          <p:cNvSpPr txBox="1"/>
          <p:nvPr>
            <p:ph idx="1" type="body"/>
          </p:nvPr>
        </p:nvSpPr>
        <p:spPr>
          <a:xfrm>
            <a:off x="791150"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41" name="Google Shape;341;p56"/>
          <p:cNvSpPr txBox="1"/>
          <p:nvPr>
            <p:ph idx="2" type="body"/>
          </p:nvPr>
        </p:nvSpPr>
        <p:spPr>
          <a:xfrm>
            <a:off x="791150"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cxnSp>
        <p:nvCxnSpPr>
          <p:cNvPr id="342" name="Google Shape;342;p56"/>
          <p:cNvCxnSpPr/>
          <p:nvPr/>
        </p:nvCxnSpPr>
        <p:spPr>
          <a:xfrm rot="10800000">
            <a:off x="827250" y="1481375"/>
            <a:ext cx="7489500" cy="0"/>
          </a:xfrm>
          <a:prstGeom prst="straightConnector1">
            <a:avLst/>
          </a:prstGeom>
          <a:noFill/>
          <a:ln cap="flat" cmpd="sng" w="19050">
            <a:solidFill>
              <a:schemeClr val="accent2"/>
            </a:solidFill>
            <a:prstDash val="solid"/>
            <a:round/>
            <a:headEnd len="med" w="med" type="none"/>
            <a:tailEnd len="med" w="med" type="none"/>
          </a:ln>
        </p:spPr>
      </p:cxnSp>
      <p:sp>
        <p:nvSpPr>
          <p:cNvPr id="343" name="Google Shape;343;p56"/>
          <p:cNvSpPr/>
          <p:nvPr>
            <p:ph idx="3" type="pic"/>
          </p:nvPr>
        </p:nvSpPr>
        <p:spPr>
          <a:xfrm>
            <a:off x="7049625" y="523025"/>
            <a:ext cx="1305900" cy="1918500"/>
          </a:xfrm>
          <a:prstGeom prst="roundRect">
            <a:avLst>
              <a:gd fmla="val 16667" name="adj"/>
            </a:avLst>
          </a:prstGeom>
          <a:noFill/>
          <a:ln>
            <a:noFill/>
          </a:ln>
        </p:spPr>
      </p:sp>
      <p:sp>
        <p:nvSpPr>
          <p:cNvPr id="344" name="Google Shape;344;p56"/>
          <p:cNvSpPr/>
          <p:nvPr>
            <p:ph idx="4" type="pic"/>
          </p:nvPr>
        </p:nvSpPr>
        <p:spPr>
          <a:xfrm>
            <a:off x="784775" y="522100"/>
            <a:ext cx="1305900" cy="1918500"/>
          </a:xfrm>
          <a:prstGeom prst="roundRect">
            <a:avLst>
              <a:gd fmla="val 16667" name="adj"/>
            </a:avLst>
          </a:prstGeom>
          <a:noFill/>
          <a:ln>
            <a:noFill/>
          </a:ln>
        </p:spPr>
      </p:sp>
      <p:sp>
        <p:nvSpPr>
          <p:cNvPr id="345" name="Google Shape;345;p56"/>
          <p:cNvSpPr/>
          <p:nvPr>
            <p:ph idx="5" type="pic"/>
          </p:nvPr>
        </p:nvSpPr>
        <p:spPr>
          <a:xfrm>
            <a:off x="2343950" y="523500"/>
            <a:ext cx="1305900" cy="1918500"/>
          </a:xfrm>
          <a:prstGeom prst="roundRect">
            <a:avLst>
              <a:gd fmla="val 16667" name="adj"/>
            </a:avLst>
          </a:prstGeom>
          <a:noFill/>
          <a:ln>
            <a:noFill/>
          </a:ln>
        </p:spPr>
      </p:sp>
      <p:sp>
        <p:nvSpPr>
          <p:cNvPr id="346" name="Google Shape;346;p56"/>
          <p:cNvSpPr/>
          <p:nvPr>
            <p:ph idx="6" type="pic"/>
          </p:nvPr>
        </p:nvSpPr>
        <p:spPr>
          <a:xfrm>
            <a:off x="3915213" y="523500"/>
            <a:ext cx="1305900" cy="1918500"/>
          </a:xfrm>
          <a:prstGeom prst="roundRect">
            <a:avLst>
              <a:gd fmla="val 16667" name="adj"/>
            </a:avLst>
          </a:prstGeom>
          <a:noFill/>
          <a:ln>
            <a:noFill/>
          </a:ln>
        </p:spPr>
      </p:sp>
      <p:sp>
        <p:nvSpPr>
          <p:cNvPr id="347" name="Google Shape;347;p56"/>
          <p:cNvSpPr/>
          <p:nvPr>
            <p:ph idx="7" type="pic"/>
          </p:nvPr>
        </p:nvSpPr>
        <p:spPr>
          <a:xfrm>
            <a:off x="5490975" y="523500"/>
            <a:ext cx="1305900" cy="1918500"/>
          </a:xfrm>
          <a:prstGeom prst="roundRect">
            <a:avLst>
              <a:gd fmla="val 16667" name="adj"/>
            </a:avLst>
          </a:prstGeom>
          <a:noFill/>
          <a:ln>
            <a:noFill/>
          </a:ln>
        </p:spPr>
      </p:sp>
      <p:sp>
        <p:nvSpPr>
          <p:cNvPr id="348" name="Google Shape;348;p56"/>
          <p:cNvSpPr txBox="1"/>
          <p:nvPr>
            <p:ph idx="8" type="body"/>
          </p:nvPr>
        </p:nvSpPr>
        <p:spPr>
          <a:xfrm>
            <a:off x="5481425" y="4112700"/>
            <a:ext cx="2877600" cy="505200"/>
          </a:xfrm>
          <a:prstGeom prst="rect">
            <a:avLst/>
          </a:prstGeom>
        </p:spPr>
        <p:txBody>
          <a:bodyPr anchorCtr="0" anchor="t" bIns="0" lIns="0" spcFirstLastPara="1" rIns="0" wrap="square" tIns="0">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349" name="Google Shape;349;p56"/>
          <p:cNvSpPr txBox="1"/>
          <p:nvPr>
            <p:ph idx="9" type="subTitle"/>
          </p:nvPr>
        </p:nvSpPr>
        <p:spPr>
          <a:xfrm>
            <a:off x="5481425" y="3897300"/>
            <a:ext cx="2877600" cy="2154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1pPr>
            <a:lvl2pPr lvl="1">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2pPr>
            <a:lvl3pPr lvl="2">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3pPr>
            <a:lvl4pPr lvl="3">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4pPr>
            <a:lvl5pPr lvl="4">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5pPr>
            <a:lvl6pPr lvl="5">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6pPr>
            <a:lvl7pPr lvl="6">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7pPr>
            <a:lvl8pPr lvl="7">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8pPr>
            <a:lvl9pPr lvl="8">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9pPr>
          </a:lstStyle>
          <a:p/>
        </p:txBody>
      </p:sp>
      <p:sp>
        <p:nvSpPr>
          <p:cNvPr id="350" name="Google Shape;350;p56"/>
          <p:cNvSpPr txBox="1"/>
          <p:nvPr>
            <p:ph idx="13" type="body"/>
          </p:nvPr>
        </p:nvSpPr>
        <p:spPr>
          <a:xfrm>
            <a:off x="2349500"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51" name="Google Shape;351;p56"/>
          <p:cNvSpPr txBox="1"/>
          <p:nvPr>
            <p:ph idx="14" type="body"/>
          </p:nvPr>
        </p:nvSpPr>
        <p:spPr>
          <a:xfrm>
            <a:off x="2349500"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52" name="Google Shape;352;p56"/>
          <p:cNvSpPr txBox="1"/>
          <p:nvPr>
            <p:ph idx="15" type="body"/>
          </p:nvPr>
        </p:nvSpPr>
        <p:spPr>
          <a:xfrm>
            <a:off x="3907850"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53" name="Google Shape;353;p56"/>
          <p:cNvSpPr txBox="1"/>
          <p:nvPr>
            <p:ph idx="16" type="body"/>
          </p:nvPr>
        </p:nvSpPr>
        <p:spPr>
          <a:xfrm>
            <a:off x="3907850"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54" name="Google Shape;354;p56"/>
          <p:cNvSpPr txBox="1"/>
          <p:nvPr>
            <p:ph idx="17" type="body"/>
          </p:nvPr>
        </p:nvSpPr>
        <p:spPr>
          <a:xfrm>
            <a:off x="5496525"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55" name="Google Shape;355;p56"/>
          <p:cNvSpPr txBox="1"/>
          <p:nvPr>
            <p:ph idx="18" type="body"/>
          </p:nvPr>
        </p:nvSpPr>
        <p:spPr>
          <a:xfrm>
            <a:off x="5496525"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56" name="Google Shape;356;p56"/>
          <p:cNvSpPr txBox="1"/>
          <p:nvPr>
            <p:ph idx="19" type="body"/>
          </p:nvPr>
        </p:nvSpPr>
        <p:spPr>
          <a:xfrm>
            <a:off x="7085200"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57" name="Google Shape;357;p56"/>
          <p:cNvSpPr txBox="1"/>
          <p:nvPr>
            <p:ph idx="20" type="body"/>
          </p:nvPr>
        </p:nvSpPr>
        <p:spPr>
          <a:xfrm>
            <a:off x="7085200"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58" name="Google Shape;358;p56"/>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2"/>
                </a:solidFill>
              </a:defRPr>
            </a:lvl1pPr>
            <a:lvl2pPr lvl="1" rtl="0">
              <a:buNone/>
              <a:defRPr sz="1100">
                <a:solidFill>
                  <a:schemeClr val="accent2"/>
                </a:solidFill>
              </a:defRPr>
            </a:lvl2pPr>
            <a:lvl3pPr lvl="2" rtl="0">
              <a:buNone/>
              <a:defRPr sz="1100">
                <a:solidFill>
                  <a:schemeClr val="accent2"/>
                </a:solidFill>
              </a:defRPr>
            </a:lvl3pPr>
            <a:lvl4pPr lvl="3" rtl="0">
              <a:buNone/>
              <a:defRPr sz="1100">
                <a:solidFill>
                  <a:schemeClr val="accent2"/>
                </a:solidFill>
              </a:defRPr>
            </a:lvl4pPr>
            <a:lvl5pPr lvl="4" rtl="0">
              <a:buNone/>
              <a:defRPr sz="1100">
                <a:solidFill>
                  <a:schemeClr val="accent2"/>
                </a:solidFill>
              </a:defRPr>
            </a:lvl5pPr>
            <a:lvl6pPr lvl="5" rtl="0">
              <a:buNone/>
              <a:defRPr sz="1100">
                <a:solidFill>
                  <a:schemeClr val="accent2"/>
                </a:solidFill>
              </a:defRPr>
            </a:lvl6pPr>
            <a:lvl7pPr lvl="6" rtl="0">
              <a:buNone/>
              <a:defRPr sz="1100">
                <a:solidFill>
                  <a:schemeClr val="accent2"/>
                </a:solidFill>
              </a:defRPr>
            </a:lvl7pPr>
            <a:lvl8pPr lvl="7" rtl="0">
              <a:buNone/>
              <a:defRPr sz="1100">
                <a:solidFill>
                  <a:schemeClr val="accent2"/>
                </a:solidFill>
              </a:defRPr>
            </a:lvl8pPr>
            <a:lvl9pPr lvl="8" rtl="0">
              <a:buNone/>
              <a:defRPr sz="1100">
                <a:solidFill>
                  <a:schemeClr val="accent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Graphic">
  <p:cSld name="CUSTOM_9">
    <p:bg>
      <p:bgPr>
        <a:solidFill>
          <a:schemeClr val="dk1"/>
        </a:solidFill>
      </p:bgPr>
    </p:bg>
    <p:spTree>
      <p:nvGrpSpPr>
        <p:cNvPr id="359" name="Shape 359"/>
        <p:cNvGrpSpPr/>
        <p:nvPr/>
      </p:nvGrpSpPr>
      <p:grpSpPr>
        <a:xfrm>
          <a:off x="0" y="0"/>
          <a:ext cx="0" cy="0"/>
          <a:chOff x="0" y="0"/>
          <a:chExt cx="0" cy="0"/>
        </a:xfrm>
      </p:grpSpPr>
      <p:sp>
        <p:nvSpPr>
          <p:cNvPr id="360" name="Google Shape;360;p57"/>
          <p:cNvSpPr txBox="1"/>
          <p:nvPr>
            <p:ph idx="1" type="body"/>
          </p:nvPr>
        </p:nvSpPr>
        <p:spPr>
          <a:xfrm>
            <a:off x="3133000" y="514275"/>
            <a:ext cx="3890700" cy="505200"/>
          </a:xfrm>
          <a:prstGeom prst="rect">
            <a:avLst/>
          </a:prstGeom>
        </p:spPr>
        <p:txBody>
          <a:bodyPr anchorCtr="0" anchor="t" bIns="0" lIns="0" spcFirstLastPara="1" rIns="0" wrap="square" tIns="0">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361" name="Google Shape;361;p57"/>
          <p:cNvSpPr txBox="1"/>
          <p:nvPr>
            <p:ph idx="2" type="body"/>
          </p:nvPr>
        </p:nvSpPr>
        <p:spPr>
          <a:xfrm>
            <a:off x="657679" y="436194"/>
            <a:ext cx="2278800" cy="1985100"/>
          </a:xfrm>
          <a:prstGeom prst="rect">
            <a:avLst/>
          </a:prstGeom>
        </p:spPr>
        <p:txBody>
          <a:bodyPr anchorCtr="0" anchor="t" bIns="91425" lIns="91425" spcFirstLastPara="1" rIns="91425" wrap="square" tIns="91425">
            <a:noAutofit/>
          </a:bodyPr>
          <a:lstStyle>
            <a:lvl1pPr indent="-406400" lvl="0" marL="457200">
              <a:lnSpc>
                <a:spcPct val="80000"/>
              </a:lnSpc>
              <a:spcBef>
                <a:spcPts val="0"/>
              </a:spcBef>
              <a:spcAft>
                <a:spcPts val="0"/>
              </a:spcAft>
              <a:buClr>
                <a:schemeClr val="accent2"/>
              </a:buClr>
              <a:buSzPts val="2800"/>
              <a:buChar char="●"/>
              <a:defRPr sz="2800">
                <a:solidFill>
                  <a:schemeClr val="accent2"/>
                </a:solidFill>
              </a:defRPr>
            </a:lvl1pPr>
            <a:lvl2pPr indent="-406400" lvl="1" marL="914400">
              <a:lnSpc>
                <a:spcPct val="80000"/>
              </a:lnSpc>
              <a:spcBef>
                <a:spcPts val="0"/>
              </a:spcBef>
              <a:spcAft>
                <a:spcPts val="0"/>
              </a:spcAft>
              <a:buClr>
                <a:schemeClr val="accent2"/>
              </a:buClr>
              <a:buSzPts val="2800"/>
              <a:buChar char="○"/>
              <a:defRPr sz="2800">
                <a:solidFill>
                  <a:schemeClr val="accent2"/>
                </a:solidFill>
              </a:defRPr>
            </a:lvl2pPr>
            <a:lvl3pPr indent="-406400" lvl="2" marL="1371600">
              <a:lnSpc>
                <a:spcPct val="80000"/>
              </a:lnSpc>
              <a:spcBef>
                <a:spcPts val="0"/>
              </a:spcBef>
              <a:spcAft>
                <a:spcPts val="0"/>
              </a:spcAft>
              <a:buClr>
                <a:schemeClr val="accent2"/>
              </a:buClr>
              <a:buSzPts val="2800"/>
              <a:buChar char="■"/>
              <a:defRPr sz="2800">
                <a:solidFill>
                  <a:schemeClr val="accent2"/>
                </a:solidFill>
              </a:defRPr>
            </a:lvl3pPr>
            <a:lvl4pPr indent="-406400" lvl="3" marL="1828800">
              <a:lnSpc>
                <a:spcPct val="80000"/>
              </a:lnSpc>
              <a:spcBef>
                <a:spcPts val="0"/>
              </a:spcBef>
              <a:spcAft>
                <a:spcPts val="0"/>
              </a:spcAft>
              <a:buClr>
                <a:schemeClr val="accent2"/>
              </a:buClr>
              <a:buSzPts val="2800"/>
              <a:buChar char="●"/>
              <a:defRPr sz="2800">
                <a:solidFill>
                  <a:schemeClr val="accent2"/>
                </a:solidFill>
              </a:defRPr>
            </a:lvl4pPr>
            <a:lvl5pPr indent="-406400" lvl="4" marL="2286000">
              <a:lnSpc>
                <a:spcPct val="80000"/>
              </a:lnSpc>
              <a:spcBef>
                <a:spcPts val="0"/>
              </a:spcBef>
              <a:spcAft>
                <a:spcPts val="0"/>
              </a:spcAft>
              <a:buClr>
                <a:schemeClr val="accent2"/>
              </a:buClr>
              <a:buSzPts val="2800"/>
              <a:buChar char="○"/>
              <a:defRPr sz="2800">
                <a:solidFill>
                  <a:schemeClr val="accent2"/>
                </a:solidFill>
              </a:defRPr>
            </a:lvl5pPr>
            <a:lvl6pPr indent="-406400" lvl="5" marL="2743200">
              <a:lnSpc>
                <a:spcPct val="80000"/>
              </a:lnSpc>
              <a:spcBef>
                <a:spcPts val="0"/>
              </a:spcBef>
              <a:spcAft>
                <a:spcPts val="0"/>
              </a:spcAft>
              <a:buClr>
                <a:schemeClr val="accent2"/>
              </a:buClr>
              <a:buSzPts val="2800"/>
              <a:buChar char="■"/>
              <a:defRPr sz="2800">
                <a:solidFill>
                  <a:schemeClr val="accent2"/>
                </a:solidFill>
              </a:defRPr>
            </a:lvl6pPr>
            <a:lvl7pPr indent="-406400" lvl="6" marL="3200400">
              <a:lnSpc>
                <a:spcPct val="80000"/>
              </a:lnSpc>
              <a:spcBef>
                <a:spcPts val="0"/>
              </a:spcBef>
              <a:spcAft>
                <a:spcPts val="0"/>
              </a:spcAft>
              <a:buClr>
                <a:schemeClr val="accent2"/>
              </a:buClr>
              <a:buSzPts val="2800"/>
              <a:buChar char="●"/>
              <a:defRPr sz="2800">
                <a:solidFill>
                  <a:schemeClr val="accent2"/>
                </a:solidFill>
              </a:defRPr>
            </a:lvl7pPr>
            <a:lvl8pPr indent="-406400" lvl="7" marL="3657600">
              <a:lnSpc>
                <a:spcPct val="80000"/>
              </a:lnSpc>
              <a:spcBef>
                <a:spcPts val="0"/>
              </a:spcBef>
              <a:spcAft>
                <a:spcPts val="0"/>
              </a:spcAft>
              <a:buClr>
                <a:schemeClr val="accent2"/>
              </a:buClr>
              <a:buSzPts val="2800"/>
              <a:buChar char="○"/>
              <a:defRPr sz="2800">
                <a:solidFill>
                  <a:schemeClr val="accent2"/>
                </a:solidFill>
              </a:defRPr>
            </a:lvl8pPr>
            <a:lvl9pPr indent="-406400" lvl="8" marL="4114800">
              <a:lnSpc>
                <a:spcPct val="80000"/>
              </a:lnSpc>
              <a:spcBef>
                <a:spcPts val="0"/>
              </a:spcBef>
              <a:spcAft>
                <a:spcPts val="0"/>
              </a:spcAft>
              <a:buClr>
                <a:schemeClr val="accent2"/>
              </a:buClr>
              <a:buSzPts val="2800"/>
              <a:buChar char="■"/>
              <a:defRPr sz="2800">
                <a:solidFill>
                  <a:schemeClr val="accent2"/>
                </a:solidFill>
              </a:defRPr>
            </a:lvl9pPr>
          </a:lstStyle>
          <a:p/>
        </p:txBody>
      </p:sp>
      <p:sp>
        <p:nvSpPr>
          <p:cNvPr id="362" name="Google Shape;362;p57"/>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2"/>
                </a:solidFill>
              </a:defRPr>
            </a:lvl1pPr>
            <a:lvl2pPr lvl="1" rtl="0">
              <a:buNone/>
              <a:defRPr sz="1100">
                <a:solidFill>
                  <a:schemeClr val="accent2"/>
                </a:solidFill>
              </a:defRPr>
            </a:lvl2pPr>
            <a:lvl3pPr lvl="2" rtl="0">
              <a:buNone/>
              <a:defRPr sz="1100">
                <a:solidFill>
                  <a:schemeClr val="accent2"/>
                </a:solidFill>
              </a:defRPr>
            </a:lvl3pPr>
            <a:lvl4pPr lvl="3" rtl="0">
              <a:buNone/>
              <a:defRPr sz="1100">
                <a:solidFill>
                  <a:schemeClr val="accent2"/>
                </a:solidFill>
              </a:defRPr>
            </a:lvl4pPr>
            <a:lvl5pPr lvl="4" rtl="0">
              <a:buNone/>
              <a:defRPr sz="1100">
                <a:solidFill>
                  <a:schemeClr val="accent2"/>
                </a:solidFill>
              </a:defRPr>
            </a:lvl5pPr>
            <a:lvl6pPr lvl="5" rtl="0">
              <a:buNone/>
              <a:defRPr sz="1100">
                <a:solidFill>
                  <a:schemeClr val="accent2"/>
                </a:solidFill>
              </a:defRPr>
            </a:lvl6pPr>
            <a:lvl7pPr lvl="6" rtl="0">
              <a:buNone/>
              <a:defRPr sz="1100">
                <a:solidFill>
                  <a:schemeClr val="accent2"/>
                </a:solidFill>
              </a:defRPr>
            </a:lvl7pPr>
            <a:lvl8pPr lvl="7" rtl="0">
              <a:buNone/>
              <a:defRPr sz="1100">
                <a:solidFill>
                  <a:schemeClr val="accent2"/>
                </a:solidFill>
              </a:defRPr>
            </a:lvl8pPr>
            <a:lvl9pPr lvl="8" rtl="0">
              <a:buNone/>
              <a:defRPr sz="1100">
                <a:solidFill>
                  <a:schemeClr val="accent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494">
          <p15:clr>
            <a:srgbClr val="E46962"/>
          </p15:clr>
        </p15:guide>
        <p15:guide id="2" orient="horz" pos="504">
          <p15:clr>
            <a:srgbClr val="E46962"/>
          </p15:clr>
        </p15:guide>
      </p15:sldGuideLst>
    </p:ext>
  </p:extLst>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venue / Graphic">
  <p:cSld name="CUSTOM_12">
    <p:bg>
      <p:bgPr>
        <a:solidFill>
          <a:schemeClr val="dk1"/>
        </a:solidFill>
      </p:bgPr>
    </p:bg>
    <p:spTree>
      <p:nvGrpSpPr>
        <p:cNvPr id="363" name="Shape 363"/>
        <p:cNvGrpSpPr/>
        <p:nvPr/>
      </p:nvGrpSpPr>
      <p:grpSpPr>
        <a:xfrm>
          <a:off x="0" y="0"/>
          <a:ext cx="0" cy="0"/>
          <a:chOff x="0" y="0"/>
          <a:chExt cx="0" cy="0"/>
        </a:xfrm>
      </p:grpSpPr>
      <p:sp>
        <p:nvSpPr>
          <p:cNvPr id="364" name="Google Shape;364;p58"/>
          <p:cNvSpPr txBox="1"/>
          <p:nvPr>
            <p:ph idx="1" type="body"/>
          </p:nvPr>
        </p:nvSpPr>
        <p:spPr>
          <a:xfrm>
            <a:off x="569725" y="3435300"/>
            <a:ext cx="2884200" cy="1185300"/>
          </a:xfrm>
          <a:prstGeom prst="rect">
            <a:avLst/>
          </a:prstGeom>
        </p:spPr>
        <p:txBody>
          <a:bodyPr anchorCtr="0" anchor="b" bIns="0" lIns="0" spcFirstLastPara="1" rIns="0" wrap="square" tIns="0">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365" name="Google Shape;365;p58"/>
          <p:cNvSpPr txBox="1"/>
          <p:nvPr>
            <p:ph idx="2" type="subTitle"/>
          </p:nvPr>
        </p:nvSpPr>
        <p:spPr>
          <a:xfrm>
            <a:off x="466802" y="445100"/>
            <a:ext cx="2403600" cy="537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1pPr>
            <a:lvl2pPr lvl="1">
              <a:spcBef>
                <a:spcPts val="0"/>
              </a:spcBef>
              <a:spcAft>
                <a:spcPts val="0"/>
              </a:spcAft>
              <a:buSzPts val="1400"/>
              <a:buFont typeface="Hepta Slab Medium"/>
              <a:buNone/>
              <a:defRPr>
                <a:latin typeface="Hepta Slab Medium"/>
                <a:ea typeface="Hepta Slab Medium"/>
                <a:cs typeface="Hepta Slab Medium"/>
                <a:sym typeface="Hepta Slab Medium"/>
              </a:defRPr>
            </a:lvl2pPr>
            <a:lvl3pPr lvl="2">
              <a:spcBef>
                <a:spcPts val="0"/>
              </a:spcBef>
              <a:spcAft>
                <a:spcPts val="0"/>
              </a:spcAft>
              <a:buSzPts val="1400"/>
              <a:buFont typeface="Hepta Slab Medium"/>
              <a:buNone/>
              <a:defRPr>
                <a:latin typeface="Hepta Slab Medium"/>
                <a:ea typeface="Hepta Slab Medium"/>
                <a:cs typeface="Hepta Slab Medium"/>
                <a:sym typeface="Hepta Slab Medium"/>
              </a:defRPr>
            </a:lvl3pPr>
            <a:lvl4pPr lvl="3">
              <a:spcBef>
                <a:spcPts val="0"/>
              </a:spcBef>
              <a:spcAft>
                <a:spcPts val="0"/>
              </a:spcAft>
              <a:buSzPts val="1400"/>
              <a:buFont typeface="Hepta Slab Medium"/>
              <a:buNone/>
              <a:defRPr>
                <a:latin typeface="Hepta Slab Medium"/>
                <a:ea typeface="Hepta Slab Medium"/>
                <a:cs typeface="Hepta Slab Medium"/>
                <a:sym typeface="Hepta Slab Medium"/>
              </a:defRPr>
            </a:lvl4pPr>
            <a:lvl5pPr lvl="4">
              <a:spcBef>
                <a:spcPts val="0"/>
              </a:spcBef>
              <a:spcAft>
                <a:spcPts val="0"/>
              </a:spcAft>
              <a:buSzPts val="1400"/>
              <a:buFont typeface="Hepta Slab Medium"/>
              <a:buNone/>
              <a:defRPr>
                <a:latin typeface="Hepta Slab Medium"/>
                <a:ea typeface="Hepta Slab Medium"/>
                <a:cs typeface="Hepta Slab Medium"/>
                <a:sym typeface="Hepta Slab Medium"/>
              </a:defRPr>
            </a:lvl5pPr>
            <a:lvl6pPr lvl="5">
              <a:spcBef>
                <a:spcPts val="0"/>
              </a:spcBef>
              <a:spcAft>
                <a:spcPts val="0"/>
              </a:spcAft>
              <a:buSzPts val="1400"/>
              <a:buFont typeface="Hepta Slab Medium"/>
              <a:buNone/>
              <a:defRPr>
                <a:latin typeface="Hepta Slab Medium"/>
                <a:ea typeface="Hepta Slab Medium"/>
                <a:cs typeface="Hepta Slab Medium"/>
                <a:sym typeface="Hepta Slab Medium"/>
              </a:defRPr>
            </a:lvl6pPr>
            <a:lvl7pPr lvl="6">
              <a:spcBef>
                <a:spcPts val="0"/>
              </a:spcBef>
              <a:spcAft>
                <a:spcPts val="0"/>
              </a:spcAft>
              <a:buSzPts val="1400"/>
              <a:buFont typeface="Hepta Slab Medium"/>
              <a:buNone/>
              <a:defRPr>
                <a:latin typeface="Hepta Slab Medium"/>
                <a:ea typeface="Hepta Slab Medium"/>
                <a:cs typeface="Hepta Slab Medium"/>
                <a:sym typeface="Hepta Slab Medium"/>
              </a:defRPr>
            </a:lvl7pPr>
            <a:lvl8pPr lvl="7">
              <a:spcBef>
                <a:spcPts val="0"/>
              </a:spcBef>
              <a:spcAft>
                <a:spcPts val="0"/>
              </a:spcAft>
              <a:buSzPts val="1400"/>
              <a:buFont typeface="Hepta Slab Medium"/>
              <a:buNone/>
              <a:defRPr>
                <a:latin typeface="Hepta Slab Medium"/>
                <a:ea typeface="Hepta Slab Medium"/>
                <a:cs typeface="Hepta Slab Medium"/>
                <a:sym typeface="Hepta Slab Medium"/>
              </a:defRPr>
            </a:lvl8pPr>
            <a:lvl9pPr lvl="8">
              <a:spcBef>
                <a:spcPts val="0"/>
              </a:spcBef>
              <a:spcAft>
                <a:spcPts val="0"/>
              </a:spcAft>
              <a:buSzPts val="1400"/>
              <a:buFont typeface="Hepta Slab Medium"/>
              <a:buNone/>
              <a:defRPr>
                <a:latin typeface="Hepta Slab Medium"/>
                <a:ea typeface="Hepta Slab Medium"/>
                <a:cs typeface="Hepta Slab Medium"/>
                <a:sym typeface="Hepta Slab Medium"/>
              </a:defRPr>
            </a:lvl9pPr>
          </a:lstStyle>
          <a:p/>
        </p:txBody>
      </p:sp>
      <p:sp>
        <p:nvSpPr>
          <p:cNvPr id="366" name="Google Shape;366;p58"/>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2"/>
                </a:solidFill>
              </a:defRPr>
            </a:lvl1pPr>
            <a:lvl2pPr lvl="1" rtl="0">
              <a:buNone/>
              <a:defRPr sz="1100">
                <a:solidFill>
                  <a:schemeClr val="accent2"/>
                </a:solidFill>
              </a:defRPr>
            </a:lvl2pPr>
            <a:lvl3pPr lvl="2" rtl="0">
              <a:buNone/>
              <a:defRPr sz="1100">
                <a:solidFill>
                  <a:schemeClr val="accent2"/>
                </a:solidFill>
              </a:defRPr>
            </a:lvl3pPr>
            <a:lvl4pPr lvl="3" rtl="0">
              <a:buNone/>
              <a:defRPr sz="1100">
                <a:solidFill>
                  <a:schemeClr val="accent2"/>
                </a:solidFill>
              </a:defRPr>
            </a:lvl4pPr>
            <a:lvl5pPr lvl="4" rtl="0">
              <a:buNone/>
              <a:defRPr sz="1100">
                <a:solidFill>
                  <a:schemeClr val="accent2"/>
                </a:solidFill>
              </a:defRPr>
            </a:lvl5pPr>
            <a:lvl6pPr lvl="5" rtl="0">
              <a:buNone/>
              <a:defRPr sz="1100">
                <a:solidFill>
                  <a:schemeClr val="accent2"/>
                </a:solidFill>
              </a:defRPr>
            </a:lvl6pPr>
            <a:lvl7pPr lvl="6" rtl="0">
              <a:buNone/>
              <a:defRPr sz="1100">
                <a:solidFill>
                  <a:schemeClr val="accent2"/>
                </a:solidFill>
              </a:defRPr>
            </a:lvl7pPr>
            <a:lvl8pPr lvl="7" rtl="0">
              <a:buNone/>
              <a:defRPr sz="1100">
                <a:solidFill>
                  <a:schemeClr val="accent2"/>
                </a:solidFill>
              </a:defRPr>
            </a:lvl8pPr>
            <a:lvl9pPr lvl="8" rtl="0">
              <a:buNone/>
              <a:defRPr sz="1100">
                <a:solidFill>
                  <a:schemeClr val="accent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31">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22" Type="http://schemas.openxmlformats.org/officeDocument/2006/relationships/slideLayout" Target="../slideLayouts/slideLayout33.xml"/><Relationship Id="rId44" Type="http://schemas.openxmlformats.org/officeDocument/2006/relationships/slideLayout" Target="../slideLayouts/slideLayout55.xml"/><Relationship Id="rId21" Type="http://schemas.openxmlformats.org/officeDocument/2006/relationships/slideLayout" Target="../slideLayouts/slideLayout32.xml"/><Relationship Id="rId43" Type="http://schemas.openxmlformats.org/officeDocument/2006/relationships/slideLayout" Target="../slideLayouts/slideLayout54.xml"/><Relationship Id="rId24" Type="http://schemas.openxmlformats.org/officeDocument/2006/relationships/slideLayout" Target="../slideLayouts/slideLayout35.xml"/><Relationship Id="rId46" Type="http://schemas.openxmlformats.org/officeDocument/2006/relationships/theme" Target="../theme/theme1.xml"/><Relationship Id="rId23" Type="http://schemas.openxmlformats.org/officeDocument/2006/relationships/slideLayout" Target="../slideLayouts/slideLayout34.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59950" y="300125"/>
            <a:ext cx="8353800" cy="838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600"/>
              <a:buFont typeface="Hepta Slab"/>
              <a:buNone/>
              <a:defRPr sz="3600">
                <a:solidFill>
                  <a:schemeClr val="dk1"/>
                </a:solidFill>
                <a:latin typeface="Hepta Slab"/>
                <a:ea typeface="Hepta Slab"/>
                <a:cs typeface="Hepta Slab"/>
                <a:sym typeface="Hepta Slab"/>
              </a:defRPr>
            </a:lvl1pPr>
            <a:lvl2pPr lvl="1">
              <a:spcBef>
                <a:spcPts val="0"/>
              </a:spcBef>
              <a:spcAft>
                <a:spcPts val="0"/>
              </a:spcAft>
              <a:buSzPts val="1400"/>
              <a:buFont typeface="Hepta Slab"/>
              <a:buNone/>
              <a:defRPr>
                <a:latin typeface="Hepta Slab"/>
                <a:ea typeface="Hepta Slab"/>
                <a:cs typeface="Hepta Slab"/>
                <a:sym typeface="Hepta Slab"/>
              </a:defRPr>
            </a:lvl2pPr>
            <a:lvl3pPr lvl="2">
              <a:spcBef>
                <a:spcPts val="0"/>
              </a:spcBef>
              <a:spcAft>
                <a:spcPts val="0"/>
              </a:spcAft>
              <a:buSzPts val="1400"/>
              <a:buFont typeface="Hepta Slab"/>
              <a:buNone/>
              <a:defRPr>
                <a:latin typeface="Hepta Slab"/>
                <a:ea typeface="Hepta Slab"/>
                <a:cs typeface="Hepta Slab"/>
                <a:sym typeface="Hepta Slab"/>
              </a:defRPr>
            </a:lvl3pPr>
            <a:lvl4pPr lvl="3">
              <a:spcBef>
                <a:spcPts val="0"/>
              </a:spcBef>
              <a:spcAft>
                <a:spcPts val="0"/>
              </a:spcAft>
              <a:buSzPts val="1400"/>
              <a:buFont typeface="Hepta Slab"/>
              <a:buNone/>
              <a:defRPr>
                <a:latin typeface="Hepta Slab"/>
                <a:ea typeface="Hepta Slab"/>
                <a:cs typeface="Hepta Slab"/>
                <a:sym typeface="Hepta Slab"/>
              </a:defRPr>
            </a:lvl4pPr>
            <a:lvl5pPr lvl="4">
              <a:spcBef>
                <a:spcPts val="0"/>
              </a:spcBef>
              <a:spcAft>
                <a:spcPts val="0"/>
              </a:spcAft>
              <a:buSzPts val="1400"/>
              <a:buFont typeface="Hepta Slab"/>
              <a:buNone/>
              <a:defRPr>
                <a:latin typeface="Hepta Slab"/>
                <a:ea typeface="Hepta Slab"/>
                <a:cs typeface="Hepta Slab"/>
                <a:sym typeface="Hepta Slab"/>
              </a:defRPr>
            </a:lvl5pPr>
            <a:lvl6pPr lvl="5">
              <a:spcBef>
                <a:spcPts val="0"/>
              </a:spcBef>
              <a:spcAft>
                <a:spcPts val="0"/>
              </a:spcAft>
              <a:buSzPts val="1400"/>
              <a:buFont typeface="Hepta Slab"/>
              <a:buNone/>
              <a:defRPr>
                <a:latin typeface="Hepta Slab"/>
                <a:ea typeface="Hepta Slab"/>
                <a:cs typeface="Hepta Slab"/>
                <a:sym typeface="Hepta Slab"/>
              </a:defRPr>
            </a:lvl6pPr>
            <a:lvl7pPr lvl="6">
              <a:spcBef>
                <a:spcPts val="0"/>
              </a:spcBef>
              <a:spcAft>
                <a:spcPts val="0"/>
              </a:spcAft>
              <a:buSzPts val="1400"/>
              <a:buFont typeface="Hepta Slab"/>
              <a:buNone/>
              <a:defRPr>
                <a:latin typeface="Hepta Slab"/>
                <a:ea typeface="Hepta Slab"/>
                <a:cs typeface="Hepta Slab"/>
                <a:sym typeface="Hepta Slab"/>
              </a:defRPr>
            </a:lvl7pPr>
            <a:lvl8pPr lvl="7">
              <a:spcBef>
                <a:spcPts val="0"/>
              </a:spcBef>
              <a:spcAft>
                <a:spcPts val="0"/>
              </a:spcAft>
              <a:buSzPts val="1400"/>
              <a:buFont typeface="Hepta Slab"/>
              <a:buNone/>
              <a:defRPr>
                <a:latin typeface="Hepta Slab"/>
                <a:ea typeface="Hepta Slab"/>
                <a:cs typeface="Hepta Slab"/>
                <a:sym typeface="Hepta Slab"/>
              </a:defRPr>
            </a:lvl8pPr>
            <a:lvl9pPr lvl="8">
              <a:spcBef>
                <a:spcPts val="0"/>
              </a:spcBef>
              <a:spcAft>
                <a:spcPts val="0"/>
              </a:spcAft>
              <a:buSzPts val="1400"/>
              <a:buFont typeface="Hepta Slab"/>
              <a:buNone/>
              <a:defRPr>
                <a:latin typeface="Hepta Slab"/>
                <a:ea typeface="Hepta Slab"/>
                <a:cs typeface="Hepta Slab"/>
                <a:sym typeface="Hepta Slab"/>
              </a:defRPr>
            </a:lvl9pPr>
          </a:lstStyle>
          <a:p/>
        </p:txBody>
      </p:sp>
      <p:sp>
        <p:nvSpPr>
          <p:cNvPr id="52" name="Google Shape;52;p13"/>
          <p:cNvSpPr txBox="1"/>
          <p:nvPr>
            <p:ph idx="1" type="body"/>
          </p:nvPr>
        </p:nvSpPr>
        <p:spPr>
          <a:xfrm>
            <a:off x="536575" y="2676025"/>
            <a:ext cx="5275500" cy="2201100"/>
          </a:xfrm>
          <a:prstGeom prst="rect">
            <a:avLst/>
          </a:prstGeom>
          <a:noFill/>
          <a:ln>
            <a:noFill/>
          </a:ln>
        </p:spPr>
        <p:txBody>
          <a:bodyPr anchorCtr="0" anchor="t" bIns="91425" lIns="91425" spcFirstLastPara="1" rIns="91425" wrap="square" tIns="91425">
            <a:noAutofit/>
          </a:bodyPr>
          <a:lstStyle>
            <a:lvl1pPr indent="-323850" lvl="0" marL="457200">
              <a:spcBef>
                <a:spcPts val="0"/>
              </a:spcBef>
              <a:spcAft>
                <a:spcPts val="0"/>
              </a:spcAft>
              <a:buClr>
                <a:schemeClr val="dk1"/>
              </a:buClr>
              <a:buSzPts val="1500"/>
              <a:buFont typeface="Barlow Light"/>
              <a:buChar char="●"/>
              <a:defRPr sz="1500">
                <a:solidFill>
                  <a:schemeClr val="dk1"/>
                </a:solidFill>
                <a:latin typeface="Barlow Light"/>
                <a:ea typeface="Barlow Light"/>
                <a:cs typeface="Barlow Light"/>
                <a:sym typeface="Barlow Light"/>
              </a:defRPr>
            </a:lvl1pPr>
            <a:lvl2pPr indent="-317500" lvl="1" marL="914400">
              <a:spcBef>
                <a:spcPts val="0"/>
              </a:spcBef>
              <a:spcAft>
                <a:spcPts val="0"/>
              </a:spcAft>
              <a:buClr>
                <a:schemeClr val="dk1"/>
              </a:buClr>
              <a:buSzPts val="1400"/>
              <a:buFont typeface="Barlow Light"/>
              <a:buChar char="○"/>
              <a:defRPr>
                <a:solidFill>
                  <a:schemeClr val="dk1"/>
                </a:solidFill>
                <a:latin typeface="Barlow Light"/>
                <a:ea typeface="Barlow Light"/>
                <a:cs typeface="Barlow Light"/>
                <a:sym typeface="Barlow Light"/>
              </a:defRPr>
            </a:lvl2pPr>
            <a:lvl3pPr indent="-311150" lvl="2" marL="1371600">
              <a:spcBef>
                <a:spcPts val="0"/>
              </a:spcBef>
              <a:spcAft>
                <a:spcPts val="0"/>
              </a:spcAft>
              <a:buClr>
                <a:schemeClr val="dk1"/>
              </a:buClr>
              <a:buSzPts val="1300"/>
              <a:buFont typeface="Barlow Light"/>
              <a:buChar char="■"/>
              <a:defRPr sz="1300">
                <a:solidFill>
                  <a:schemeClr val="dk1"/>
                </a:solidFill>
                <a:latin typeface="Barlow Light"/>
                <a:ea typeface="Barlow Light"/>
                <a:cs typeface="Barlow Light"/>
                <a:sym typeface="Barlow Light"/>
              </a:defRPr>
            </a:lvl3pPr>
            <a:lvl4pPr indent="-304800" lvl="3" marL="1828800">
              <a:spcBef>
                <a:spcPts val="0"/>
              </a:spcBef>
              <a:spcAft>
                <a:spcPts val="0"/>
              </a:spcAft>
              <a:buClr>
                <a:schemeClr val="dk1"/>
              </a:buClr>
              <a:buSzPts val="1200"/>
              <a:buFont typeface="Barlow Light"/>
              <a:buChar char="●"/>
              <a:defRPr sz="1200">
                <a:solidFill>
                  <a:schemeClr val="dk1"/>
                </a:solidFill>
                <a:latin typeface="Barlow Light"/>
                <a:ea typeface="Barlow Light"/>
                <a:cs typeface="Barlow Light"/>
                <a:sym typeface="Barlow Light"/>
              </a:defRPr>
            </a:lvl4pPr>
            <a:lvl5pPr indent="-298450" lvl="4" marL="2286000">
              <a:spcBef>
                <a:spcPts val="0"/>
              </a:spcBef>
              <a:spcAft>
                <a:spcPts val="0"/>
              </a:spcAft>
              <a:buClr>
                <a:schemeClr val="dk1"/>
              </a:buClr>
              <a:buSzPts val="1100"/>
              <a:buFont typeface="Barlow Light"/>
              <a:buChar char="○"/>
              <a:defRPr sz="1100">
                <a:solidFill>
                  <a:schemeClr val="dk1"/>
                </a:solidFill>
                <a:latin typeface="Barlow Light"/>
                <a:ea typeface="Barlow Light"/>
                <a:cs typeface="Barlow Light"/>
                <a:sym typeface="Barlow Light"/>
              </a:defRPr>
            </a:lvl5pPr>
            <a:lvl6pPr indent="-292100" lvl="5" marL="2743200">
              <a:spcBef>
                <a:spcPts val="0"/>
              </a:spcBef>
              <a:spcAft>
                <a:spcPts val="0"/>
              </a:spcAft>
              <a:buClr>
                <a:schemeClr val="dk1"/>
              </a:buClr>
              <a:buSzPts val="1000"/>
              <a:buFont typeface="Barlow Light"/>
              <a:buChar char="■"/>
              <a:defRPr sz="1000">
                <a:solidFill>
                  <a:schemeClr val="dk1"/>
                </a:solidFill>
                <a:latin typeface="Barlow Light"/>
                <a:ea typeface="Barlow Light"/>
                <a:cs typeface="Barlow Light"/>
                <a:sym typeface="Barlow Light"/>
              </a:defRPr>
            </a:lvl6pPr>
            <a:lvl7pPr indent="-285750" lvl="6" marL="3200400">
              <a:spcBef>
                <a:spcPts val="0"/>
              </a:spcBef>
              <a:spcAft>
                <a:spcPts val="0"/>
              </a:spcAft>
              <a:buClr>
                <a:schemeClr val="dk1"/>
              </a:buClr>
              <a:buSzPts val="900"/>
              <a:buFont typeface="Barlow Light"/>
              <a:buChar char="●"/>
              <a:defRPr sz="900">
                <a:solidFill>
                  <a:schemeClr val="dk1"/>
                </a:solidFill>
                <a:latin typeface="Barlow Light"/>
                <a:ea typeface="Barlow Light"/>
                <a:cs typeface="Barlow Light"/>
                <a:sym typeface="Barlow Light"/>
              </a:defRPr>
            </a:lvl7pPr>
            <a:lvl8pPr indent="-279400" lvl="7" marL="3657600">
              <a:spcBef>
                <a:spcPts val="0"/>
              </a:spcBef>
              <a:spcAft>
                <a:spcPts val="0"/>
              </a:spcAft>
              <a:buClr>
                <a:schemeClr val="dk1"/>
              </a:buClr>
              <a:buSzPts val="800"/>
              <a:buFont typeface="Barlow Light"/>
              <a:buChar char="○"/>
              <a:defRPr sz="800">
                <a:solidFill>
                  <a:schemeClr val="dk1"/>
                </a:solidFill>
                <a:latin typeface="Barlow Light"/>
                <a:ea typeface="Barlow Light"/>
                <a:cs typeface="Barlow Light"/>
                <a:sym typeface="Barlow Light"/>
              </a:defRPr>
            </a:lvl8pPr>
            <a:lvl9pPr indent="-273050" lvl="8" marL="4114800">
              <a:spcBef>
                <a:spcPts val="0"/>
              </a:spcBef>
              <a:spcAft>
                <a:spcPts val="0"/>
              </a:spcAft>
              <a:buClr>
                <a:schemeClr val="dk1"/>
              </a:buClr>
              <a:buSzPts val="700"/>
              <a:buFont typeface="Barlow Light"/>
              <a:buChar char="■"/>
              <a:defRPr sz="800">
                <a:solidFill>
                  <a:schemeClr val="dk1"/>
                </a:solidFill>
                <a:latin typeface="Barlow Light"/>
                <a:ea typeface="Barlow Light"/>
                <a:cs typeface="Barlow Light"/>
                <a:sym typeface="Barlow Light"/>
              </a:defRPr>
            </a:lvl9pPr>
          </a:lstStyle>
          <a:p/>
        </p:txBody>
      </p:sp>
      <p:sp>
        <p:nvSpPr>
          <p:cNvPr id="53" name="Google Shape;53;p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dk1"/>
                </a:solidFill>
                <a:latin typeface="Barlow Light"/>
                <a:ea typeface="Barlow Light"/>
                <a:cs typeface="Barlow Light"/>
                <a:sym typeface="Barlow Light"/>
              </a:defRPr>
            </a:lvl1pPr>
            <a:lvl2pPr lvl="1" algn="r">
              <a:buNone/>
              <a:defRPr sz="1300">
                <a:solidFill>
                  <a:schemeClr val="dk1"/>
                </a:solidFill>
                <a:latin typeface="Barlow Light"/>
                <a:ea typeface="Barlow Light"/>
                <a:cs typeface="Barlow Light"/>
                <a:sym typeface="Barlow Light"/>
              </a:defRPr>
            </a:lvl2pPr>
            <a:lvl3pPr lvl="2" algn="r">
              <a:buNone/>
              <a:defRPr sz="1300">
                <a:solidFill>
                  <a:schemeClr val="dk1"/>
                </a:solidFill>
                <a:latin typeface="Barlow Light"/>
                <a:ea typeface="Barlow Light"/>
                <a:cs typeface="Barlow Light"/>
                <a:sym typeface="Barlow Light"/>
              </a:defRPr>
            </a:lvl3pPr>
            <a:lvl4pPr lvl="3" algn="r">
              <a:buNone/>
              <a:defRPr sz="1300">
                <a:solidFill>
                  <a:schemeClr val="dk1"/>
                </a:solidFill>
                <a:latin typeface="Barlow Light"/>
                <a:ea typeface="Barlow Light"/>
                <a:cs typeface="Barlow Light"/>
                <a:sym typeface="Barlow Light"/>
              </a:defRPr>
            </a:lvl4pPr>
            <a:lvl5pPr lvl="4" algn="r">
              <a:buNone/>
              <a:defRPr sz="1300">
                <a:solidFill>
                  <a:schemeClr val="dk1"/>
                </a:solidFill>
                <a:latin typeface="Barlow Light"/>
                <a:ea typeface="Barlow Light"/>
                <a:cs typeface="Barlow Light"/>
                <a:sym typeface="Barlow Light"/>
              </a:defRPr>
            </a:lvl5pPr>
            <a:lvl6pPr lvl="5" algn="r">
              <a:buNone/>
              <a:defRPr sz="1300">
                <a:solidFill>
                  <a:schemeClr val="dk1"/>
                </a:solidFill>
                <a:latin typeface="Barlow Light"/>
                <a:ea typeface="Barlow Light"/>
                <a:cs typeface="Barlow Light"/>
                <a:sym typeface="Barlow Light"/>
              </a:defRPr>
            </a:lvl6pPr>
            <a:lvl7pPr lvl="6" algn="r">
              <a:buNone/>
              <a:defRPr sz="1300">
                <a:solidFill>
                  <a:schemeClr val="dk1"/>
                </a:solidFill>
                <a:latin typeface="Barlow Light"/>
                <a:ea typeface="Barlow Light"/>
                <a:cs typeface="Barlow Light"/>
                <a:sym typeface="Barlow Light"/>
              </a:defRPr>
            </a:lvl7pPr>
            <a:lvl8pPr lvl="7" algn="r">
              <a:buNone/>
              <a:defRPr sz="1300">
                <a:solidFill>
                  <a:schemeClr val="dk1"/>
                </a:solidFill>
                <a:latin typeface="Barlow Light"/>
                <a:ea typeface="Barlow Light"/>
                <a:cs typeface="Barlow Light"/>
                <a:sym typeface="Barlow Light"/>
              </a:defRPr>
            </a:lvl8pPr>
            <a:lvl9pPr lvl="8" algn="r">
              <a:buNone/>
              <a:defRPr sz="1300">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xml"/><Relationship Id="rId3" Type="http://schemas.openxmlformats.org/officeDocument/2006/relationships/image" Target="../media/image11.png"/><Relationship Id="rId4" Type="http://schemas.openxmlformats.org/officeDocument/2006/relationships/image" Target="../media/image6.png"/><Relationship Id="rId5" Type="http://schemas.openxmlformats.org/officeDocument/2006/relationships/hyperlink" Target="https://codexoxo.com/software/microsoft-dynamics-365/"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xml"/><Relationship Id="rId3" Type="http://schemas.openxmlformats.org/officeDocument/2006/relationships/image" Target="../media/image10.png"/><Relationship Id="rId4" Type="http://schemas.openxmlformats.org/officeDocument/2006/relationships/image" Target="../media/image6.png"/><Relationship Id="rId5" Type="http://schemas.openxmlformats.org/officeDocument/2006/relationships/hyperlink" Target="https://codexoxo.com/software/microsoft-dynamics-365/"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6.png"/><Relationship Id="rId5" Type="http://schemas.openxmlformats.org/officeDocument/2006/relationships/hyperlink" Target="https://codexoxo.com/software/microsoft-dynamics-365/"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6.png"/><Relationship Id="rId5" Type="http://schemas.openxmlformats.org/officeDocument/2006/relationships/hyperlink" Target="https://codexoxo.com/software/microsoft-dynamics-365/"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hyperlink" Target="https://learn.microsoft.com/en-us/dynamics365/customer-service/implement/overview" TargetMode="External"/><Relationship Id="rId5" Type="http://schemas.openxmlformats.org/officeDocument/2006/relationships/hyperlink" Target="https://www.cxtoday.com/crm/microsoft-dynamics-365-an-overview-of-all-the-apps/" TargetMode="External"/><Relationship Id="rId6" Type="http://schemas.openxmlformats.org/officeDocument/2006/relationships/hyperlink" Target="https://www.microsoft.com/en-us/dynamics-365/what-is-dynamics-365" TargetMode="External"/><Relationship Id="rId7" Type="http://schemas.openxmlformats.org/officeDocument/2006/relationships/image" Target="../media/image6.png"/><Relationship Id="rId8" Type="http://schemas.openxmlformats.org/officeDocument/2006/relationships/hyperlink" Target="https://codexoxo.com/software/microsoft-dynamics-365/"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6.png"/><Relationship Id="rId5" Type="http://schemas.openxmlformats.org/officeDocument/2006/relationships/hyperlink" Target="https://codexoxo.com/software/microsoft-dynamics-365/"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6.png"/><Relationship Id="rId9" Type="http://schemas.openxmlformats.org/officeDocument/2006/relationships/image" Target="../media/image3.png"/><Relationship Id="rId5" Type="http://schemas.openxmlformats.org/officeDocument/2006/relationships/hyperlink" Target="https://codexoxo.com/software/microsoft-dynamics-365/" TargetMode="External"/><Relationship Id="rId6" Type="http://schemas.openxmlformats.org/officeDocument/2006/relationships/image" Target="../media/image8.png"/><Relationship Id="rId7" Type="http://schemas.openxmlformats.org/officeDocument/2006/relationships/image" Target="../media/image4.png"/><Relationship Id="rId8" Type="http://schemas.openxmlformats.org/officeDocument/2006/relationships/image" Target="../media/image1.png"/><Relationship Id="rId11" Type="http://schemas.openxmlformats.org/officeDocument/2006/relationships/image" Target="../media/image5.png"/><Relationship Id="rId10"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hyperlink" Target="https://www.microsoft.com/en-us/dynamics-365/what-is-dynamics-365" TargetMode="External"/><Relationship Id="rId5" Type="http://schemas.openxmlformats.org/officeDocument/2006/relationships/image" Target="../media/image6.png"/><Relationship Id="rId6" Type="http://schemas.openxmlformats.org/officeDocument/2006/relationships/hyperlink" Target="https://codexoxo.com/software/microsoft-dynamics-365/"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6.png"/><Relationship Id="rId5" Type="http://schemas.openxmlformats.org/officeDocument/2006/relationships/hyperlink" Target="https://codexoxo.com/software/microsoft-dynamics-365/"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hyperlink" Target="http://codexoxo.com" TargetMode="External"/><Relationship Id="rId5"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70" name="Shape 370"/>
        <p:cNvGrpSpPr/>
        <p:nvPr/>
      </p:nvGrpSpPr>
      <p:grpSpPr>
        <a:xfrm>
          <a:off x="0" y="0"/>
          <a:ext cx="0" cy="0"/>
          <a:chOff x="0" y="0"/>
          <a:chExt cx="0" cy="0"/>
        </a:xfrm>
      </p:grpSpPr>
      <p:sp>
        <p:nvSpPr>
          <p:cNvPr id="371" name="Google Shape;371;p59"/>
          <p:cNvSpPr txBox="1"/>
          <p:nvPr>
            <p:ph type="title"/>
          </p:nvPr>
        </p:nvSpPr>
        <p:spPr>
          <a:xfrm>
            <a:off x="1378931" y="1380063"/>
            <a:ext cx="7041600" cy="1777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lt1"/>
              </a:buClr>
              <a:buSzPts val="1100"/>
              <a:buNone/>
            </a:pPr>
            <a:r>
              <a:rPr b="1" lang="en"/>
              <a:t>Microsoft Dynamics 365 </a:t>
            </a:r>
            <a:endParaRPr b="1"/>
          </a:p>
        </p:txBody>
      </p:sp>
      <p:sp>
        <p:nvSpPr>
          <p:cNvPr id="372" name="Google Shape;372;p59"/>
          <p:cNvSpPr txBox="1"/>
          <p:nvPr>
            <p:ph idx="2" type="subTitle"/>
          </p:nvPr>
        </p:nvSpPr>
        <p:spPr>
          <a:xfrm>
            <a:off x="672725" y="3356076"/>
            <a:ext cx="8197500" cy="798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lt1"/>
              </a:buClr>
              <a:buSzPts val="1100"/>
              <a:buNone/>
            </a:pPr>
            <a:r>
              <a:rPr b="1" lang="en" sz="1900"/>
              <a:t>Transforming Customer Experiences with AI-powered Solutions</a:t>
            </a:r>
            <a:endParaRPr b="1"/>
          </a:p>
        </p:txBody>
      </p:sp>
      <p:pic>
        <p:nvPicPr>
          <p:cNvPr id="373" name="Google Shape;373;p59" title="codexoxo-footer.png"/>
          <p:cNvPicPr preferRelativeResize="0"/>
          <p:nvPr/>
        </p:nvPicPr>
        <p:blipFill>
          <a:blip r:embed="rId4">
            <a:alphaModFix/>
          </a:blip>
          <a:stretch>
            <a:fillRect/>
          </a:stretch>
        </p:blipFill>
        <p:spPr>
          <a:xfrm>
            <a:off x="292700" y="183250"/>
            <a:ext cx="1719598" cy="934800"/>
          </a:xfrm>
          <a:prstGeom prst="rect">
            <a:avLst/>
          </a:prstGeom>
          <a:noFill/>
          <a:ln>
            <a:noFill/>
          </a:ln>
        </p:spPr>
      </p:pic>
      <p:sp>
        <p:nvSpPr>
          <p:cNvPr id="374" name="Google Shape;374;p59"/>
          <p:cNvSpPr txBox="1"/>
          <p:nvPr/>
        </p:nvSpPr>
        <p:spPr>
          <a:xfrm>
            <a:off x="516825" y="4485812"/>
            <a:ext cx="2287500" cy="34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u="sng">
                <a:solidFill>
                  <a:schemeClr val="hlink"/>
                </a:solidFill>
                <a:hlinkClick r:id="rId5"/>
              </a:rPr>
              <a:t>codexoxo.com</a:t>
            </a:r>
            <a:endParaRPr b="1" sz="2000">
              <a:solidFill>
                <a:schemeClr val="dk2"/>
              </a:solidFill>
            </a:endParaRPr>
          </a:p>
        </p:txBody>
      </p:sp>
      <p:sp>
        <p:nvSpPr>
          <p:cNvPr id="375" name="Google Shape;375;p59"/>
          <p:cNvSpPr txBox="1"/>
          <p:nvPr/>
        </p:nvSpPr>
        <p:spPr>
          <a:xfrm>
            <a:off x="5410147" y="4485800"/>
            <a:ext cx="35808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chemeClr val="dk1"/>
                </a:solidFill>
                <a:latin typeface="Barlow"/>
                <a:ea typeface="Barlow"/>
                <a:cs typeface="Barlow"/>
                <a:sym typeface="Barlow"/>
              </a:rPr>
              <a:t>contact@codexoxo.com</a:t>
            </a:r>
            <a:endParaRPr b="1" sz="2000">
              <a:solidFill>
                <a:schemeClr val="dk1"/>
              </a:solidFill>
              <a:latin typeface="Barlow"/>
              <a:ea typeface="Barlow"/>
              <a:cs typeface="Barlow"/>
              <a:sym typeface="Barlow"/>
            </a:endParaRPr>
          </a:p>
        </p:txBody>
      </p:sp>
      <p:sp>
        <p:nvSpPr>
          <p:cNvPr id="376" name="Google Shape;376;p59"/>
          <p:cNvSpPr txBox="1"/>
          <p:nvPr/>
        </p:nvSpPr>
        <p:spPr>
          <a:xfrm>
            <a:off x="3335000" y="4485800"/>
            <a:ext cx="2160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dk1"/>
                </a:solidFill>
                <a:latin typeface="Barlow"/>
                <a:ea typeface="Barlow"/>
                <a:cs typeface="Barlow"/>
                <a:sym typeface="Barlow"/>
              </a:rPr>
              <a:t>+918448177994</a:t>
            </a:r>
            <a:endParaRPr b="1" sz="2000">
              <a:solidFill>
                <a:schemeClr val="dk1"/>
              </a:solidFill>
              <a:latin typeface="Barlow"/>
              <a:ea typeface="Barlow"/>
              <a:cs typeface="Barlow"/>
              <a:sym typeface="Barlow"/>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80" name="Shape 380"/>
        <p:cNvGrpSpPr/>
        <p:nvPr/>
      </p:nvGrpSpPr>
      <p:grpSpPr>
        <a:xfrm>
          <a:off x="0" y="0"/>
          <a:ext cx="0" cy="0"/>
          <a:chOff x="0" y="0"/>
          <a:chExt cx="0" cy="0"/>
        </a:xfrm>
      </p:grpSpPr>
      <p:sp>
        <p:nvSpPr>
          <p:cNvPr id="381" name="Google Shape;381;p60"/>
          <p:cNvSpPr txBox="1"/>
          <p:nvPr>
            <p:ph type="title"/>
          </p:nvPr>
        </p:nvSpPr>
        <p:spPr>
          <a:xfrm>
            <a:off x="2357087" y="317281"/>
            <a:ext cx="5007000" cy="702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b="1" lang="en" sz="3700"/>
              <a:t>Introduction</a:t>
            </a:r>
            <a:endParaRPr/>
          </a:p>
        </p:txBody>
      </p:sp>
      <p:pic>
        <p:nvPicPr>
          <p:cNvPr id="382" name="Google Shape;382;p60" title="codexoxo-footer.png"/>
          <p:cNvPicPr preferRelativeResize="0"/>
          <p:nvPr/>
        </p:nvPicPr>
        <p:blipFill>
          <a:blip r:embed="rId4">
            <a:alphaModFix/>
          </a:blip>
          <a:stretch>
            <a:fillRect/>
          </a:stretch>
        </p:blipFill>
        <p:spPr>
          <a:xfrm>
            <a:off x="7256000" y="183250"/>
            <a:ext cx="1719598" cy="934800"/>
          </a:xfrm>
          <a:prstGeom prst="rect">
            <a:avLst/>
          </a:prstGeom>
          <a:noFill/>
          <a:ln>
            <a:noFill/>
          </a:ln>
        </p:spPr>
      </p:pic>
      <p:sp>
        <p:nvSpPr>
          <p:cNvPr id="383" name="Google Shape;383;p60"/>
          <p:cNvSpPr txBox="1"/>
          <p:nvPr/>
        </p:nvSpPr>
        <p:spPr>
          <a:xfrm>
            <a:off x="891386" y="1811040"/>
            <a:ext cx="7923900" cy="215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chemeClr val="dk1"/>
                </a:solidFill>
                <a:latin typeface="Barlow"/>
                <a:ea typeface="Barlow"/>
                <a:cs typeface="Barlow"/>
                <a:sym typeface="Barlow"/>
              </a:rPr>
              <a:t>Microsoft Dynamics 365 Service is a cloud-based set of ERP and CRM apps that helps businesses bring their processes and customer interactions together. It makes customer service, sales, and operations easier to manage while using AI, automation, and analytics to deliver better results. By connecting with Microsoft 365 tools like Teams, Outlook, and Power BI, it allows teams to work together and use data more effectively. Its flexible design lets companies start with the apps they need and expand as they grow, making Dynamics 365 a strong base for digital transformation and customer-focused success. </a:t>
            </a:r>
            <a:endParaRPr b="1" sz="1600">
              <a:solidFill>
                <a:schemeClr val="dk1"/>
              </a:solidFill>
              <a:latin typeface="Barlow"/>
              <a:ea typeface="Barlow"/>
              <a:cs typeface="Barlow"/>
              <a:sym typeface="Barlow"/>
            </a:endParaRPr>
          </a:p>
        </p:txBody>
      </p:sp>
      <p:sp>
        <p:nvSpPr>
          <p:cNvPr id="384" name="Google Shape;384;p60"/>
          <p:cNvSpPr txBox="1"/>
          <p:nvPr/>
        </p:nvSpPr>
        <p:spPr>
          <a:xfrm>
            <a:off x="516825" y="4485812"/>
            <a:ext cx="2287500" cy="34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u="sng">
                <a:solidFill>
                  <a:schemeClr val="hlink"/>
                </a:solidFill>
                <a:hlinkClick r:id="rId5"/>
              </a:rPr>
              <a:t>codexoxo.com</a:t>
            </a:r>
            <a:endParaRPr b="1" sz="2000">
              <a:solidFill>
                <a:schemeClr val="dk2"/>
              </a:solidFill>
            </a:endParaRPr>
          </a:p>
        </p:txBody>
      </p:sp>
      <p:sp>
        <p:nvSpPr>
          <p:cNvPr id="385" name="Google Shape;385;p60"/>
          <p:cNvSpPr txBox="1"/>
          <p:nvPr/>
        </p:nvSpPr>
        <p:spPr>
          <a:xfrm>
            <a:off x="3335000" y="4485800"/>
            <a:ext cx="2160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dk1"/>
                </a:solidFill>
                <a:latin typeface="Barlow"/>
                <a:ea typeface="Barlow"/>
                <a:cs typeface="Barlow"/>
                <a:sym typeface="Barlow"/>
              </a:rPr>
              <a:t>+918448177994</a:t>
            </a:r>
            <a:endParaRPr b="1" sz="2000">
              <a:solidFill>
                <a:schemeClr val="dk1"/>
              </a:solidFill>
              <a:latin typeface="Barlow"/>
              <a:ea typeface="Barlow"/>
              <a:cs typeface="Barlow"/>
              <a:sym typeface="Barlow"/>
            </a:endParaRPr>
          </a:p>
        </p:txBody>
      </p:sp>
      <p:sp>
        <p:nvSpPr>
          <p:cNvPr id="386" name="Google Shape;386;p60"/>
          <p:cNvSpPr txBox="1"/>
          <p:nvPr/>
        </p:nvSpPr>
        <p:spPr>
          <a:xfrm>
            <a:off x="5410147" y="4485800"/>
            <a:ext cx="35808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chemeClr val="dk1"/>
                </a:solidFill>
                <a:latin typeface="Barlow"/>
                <a:ea typeface="Barlow"/>
                <a:cs typeface="Barlow"/>
                <a:sym typeface="Barlow"/>
              </a:rPr>
              <a:t>contact@codexoxo.com</a:t>
            </a:r>
            <a:endParaRPr b="1" sz="2000">
              <a:solidFill>
                <a:schemeClr val="dk1"/>
              </a:solidFill>
              <a:latin typeface="Barlow"/>
              <a:ea typeface="Barlow"/>
              <a:cs typeface="Barlow"/>
              <a:sym typeface="Barlow"/>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90" name="Shape 390"/>
        <p:cNvGrpSpPr/>
        <p:nvPr/>
      </p:nvGrpSpPr>
      <p:grpSpPr>
        <a:xfrm>
          <a:off x="0" y="0"/>
          <a:ext cx="0" cy="0"/>
          <a:chOff x="0" y="0"/>
          <a:chExt cx="0" cy="0"/>
        </a:xfrm>
      </p:grpSpPr>
      <p:sp>
        <p:nvSpPr>
          <p:cNvPr id="391" name="Google Shape;391;p61"/>
          <p:cNvSpPr txBox="1"/>
          <p:nvPr/>
        </p:nvSpPr>
        <p:spPr>
          <a:xfrm>
            <a:off x="3087200" y="1118050"/>
            <a:ext cx="4410300" cy="31719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1200"/>
              </a:spcBef>
              <a:spcAft>
                <a:spcPts val="0"/>
              </a:spcAft>
              <a:buClr>
                <a:schemeClr val="lt1"/>
              </a:buClr>
              <a:buSzPts val="1800"/>
              <a:buAutoNum type="arabicPeriod"/>
            </a:pPr>
            <a:r>
              <a:rPr b="1" lang="en" sz="1800">
                <a:solidFill>
                  <a:schemeClr val="lt1"/>
                </a:solidFill>
              </a:rPr>
              <a:t>Introduction</a:t>
            </a:r>
            <a:endParaRPr b="1" sz="1800">
              <a:solidFill>
                <a:schemeClr val="lt1"/>
              </a:solidFill>
            </a:endParaRPr>
          </a:p>
          <a:p>
            <a:pPr indent="-342900" lvl="0" marL="457200" rtl="0" algn="l">
              <a:lnSpc>
                <a:spcPct val="115000"/>
              </a:lnSpc>
              <a:spcBef>
                <a:spcPts val="0"/>
              </a:spcBef>
              <a:spcAft>
                <a:spcPts val="0"/>
              </a:spcAft>
              <a:buClr>
                <a:schemeClr val="lt1"/>
              </a:buClr>
              <a:buSzPts val="1800"/>
              <a:buAutoNum type="arabicPeriod"/>
            </a:pPr>
            <a:r>
              <a:rPr b="1" lang="en" sz="1800">
                <a:solidFill>
                  <a:schemeClr val="lt1"/>
                </a:solidFill>
              </a:rPr>
              <a:t>About Dynamics 365</a:t>
            </a:r>
            <a:endParaRPr b="1" sz="1800">
              <a:solidFill>
                <a:schemeClr val="lt1"/>
              </a:solidFill>
            </a:endParaRPr>
          </a:p>
          <a:p>
            <a:pPr indent="-342900" lvl="0" marL="457200" rtl="0" algn="l">
              <a:lnSpc>
                <a:spcPct val="115000"/>
              </a:lnSpc>
              <a:spcBef>
                <a:spcPts val="0"/>
              </a:spcBef>
              <a:spcAft>
                <a:spcPts val="0"/>
              </a:spcAft>
              <a:buClr>
                <a:schemeClr val="lt1"/>
              </a:buClr>
              <a:buSzPts val="1800"/>
              <a:buAutoNum type="arabicPeriod"/>
            </a:pPr>
            <a:r>
              <a:rPr b="1" lang="en" sz="1800">
                <a:solidFill>
                  <a:schemeClr val="lt1"/>
                </a:solidFill>
              </a:rPr>
              <a:t>Key Products</a:t>
            </a:r>
            <a:endParaRPr b="1" sz="1800">
              <a:solidFill>
                <a:schemeClr val="lt1"/>
              </a:solidFill>
            </a:endParaRPr>
          </a:p>
          <a:p>
            <a:pPr indent="-342900" lvl="0" marL="457200" rtl="0" algn="l">
              <a:lnSpc>
                <a:spcPct val="115000"/>
              </a:lnSpc>
              <a:spcBef>
                <a:spcPts val="0"/>
              </a:spcBef>
              <a:spcAft>
                <a:spcPts val="0"/>
              </a:spcAft>
              <a:buClr>
                <a:schemeClr val="lt1"/>
              </a:buClr>
              <a:buSzPts val="1800"/>
              <a:buAutoNum type="arabicPeriod"/>
            </a:pPr>
            <a:r>
              <a:rPr b="1" lang="en" sz="1800">
                <a:solidFill>
                  <a:schemeClr val="lt1"/>
                </a:solidFill>
              </a:rPr>
              <a:t>Features</a:t>
            </a:r>
            <a:endParaRPr b="1" sz="1800">
              <a:solidFill>
                <a:schemeClr val="lt1"/>
              </a:solidFill>
            </a:endParaRPr>
          </a:p>
          <a:p>
            <a:pPr indent="-342900" lvl="0" marL="457200" rtl="0" algn="l">
              <a:lnSpc>
                <a:spcPct val="115000"/>
              </a:lnSpc>
              <a:spcBef>
                <a:spcPts val="0"/>
              </a:spcBef>
              <a:spcAft>
                <a:spcPts val="0"/>
              </a:spcAft>
              <a:buClr>
                <a:schemeClr val="lt1"/>
              </a:buClr>
              <a:buSzPts val="1800"/>
              <a:buAutoNum type="arabicPeriod"/>
            </a:pPr>
            <a:r>
              <a:rPr b="1" lang="en" sz="1800">
                <a:solidFill>
                  <a:schemeClr val="lt1"/>
                </a:solidFill>
              </a:rPr>
              <a:t>Benefits</a:t>
            </a:r>
            <a:endParaRPr b="1" sz="1800">
              <a:solidFill>
                <a:schemeClr val="lt1"/>
              </a:solidFill>
            </a:endParaRPr>
          </a:p>
          <a:p>
            <a:pPr indent="-342900" lvl="0" marL="457200" rtl="0" algn="l">
              <a:lnSpc>
                <a:spcPct val="120000"/>
              </a:lnSpc>
              <a:spcBef>
                <a:spcPts val="0"/>
              </a:spcBef>
              <a:spcAft>
                <a:spcPts val="0"/>
              </a:spcAft>
              <a:buClr>
                <a:schemeClr val="lt1"/>
              </a:buClr>
              <a:buSzPts val="1800"/>
              <a:buAutoNum type="arabicPeriod"/>
            </a:pPr>
            <a:r>
              <a:rPr b="1" lang="en" sz="1800">
                <a:solidFill>
                  <a:schemeClr val="lt1"/>
                </a:solidFill>
              </a:rPr>
              <a:t>Our Services</a:t>
            </a:r>
            <a:endParaRPr b="1" sz="1800">
              <a:solidFill>
                <a:schemeClr val="lt1"/>
              </a:solidFill>
            </a:endParaRPr>
          </a:p>
          <a:p>
            <a:pPr indent="-342900" lvl="0" marL="457200" rtl="0" algn="l">
              <a:lnSpc>
                <a:spcPct val="115000"/>
              </a:lnSpc>
              <a:spcBef>
                <a:spcPts val="0"/>
              </a:spcBef>
              <a:spcAft>
                <a:spcPts val="0"/>
              </a:spcAft>
              <a:buClr>
                <a:schemeClr val="lt1"/>
              </a:buClr>
              <a:buSzPts val="1800"/>
              <a:buAutoNum type="arabicPeriod"/>
            </a:pPr>
            <a:r>
              <a:rPr b="1" lang="en" sz="1800">
                <a:solidFill>
                  <a:schemeClr val="lt1"/>
                </a:solidFill>
              </a:rPr>
              <a:t>Pricing &amp; Licensing</a:t>
            </a:r>
            <a:endParaRPr b="1" sz="1800">
              <a:solidFill>
                <a:schemeClr val="lt1"/>
              </a:solidFill>
            </a:endParaRPr>
          </a:p>
          <a:p>
            <a:pPr indent="-342900" lvl="0" marL="457200" rtl="0" algn="l">
              <a:lnSpc>
                <a:spcPct val="115000"/>
              </a:lnSpc>
              <a:spcBef>
                <a:spcPts val="0"/>
              </a:spcBef>
              <a:spcAft>
                <a:spcPts val="0"/>
              </a:spcAft>
              <a:buClr>
                <a:schemeClr val="lt1"/>
              </a:buClr>
              <a:buSzPts val="1800"/>
              <a:buAutoNum type="arabicPeriod"/>
            </a:pPr>
            <a:r>
              <a:rPr b="1" lang="en" sz="1800">
                <a:solidFill>
                  <a:schemeClr val="lt1"/>
                </a:solidFill>
              </a:rPr>
              <a:t>Conclusion</a:t>
            </a:r>
            <a:endParaRPr b="1" sz="1800">
              <a:solidFill>
                <a:schemeClr val="lt1"/>
              </a:solidFill>
            </a:endParaRPr>
          </a:p>
          <a:p>
            <a:pPr indent="-342900" lvl="0" marL="457200" rtl="0" algn="l">
              <a:lnSpc>
                <a:spcPct val="115000"/>
              </a:lnSpc>
              <a:spcBef>
                <a:spcPts val="0"/>
              </a:spcBef>
              <a:spcAft>
                <a:spcPts val="0"/>
              </a:spcAft>
              <a:buClr>
                <a:schemeClr val="lt1"/>
              </a:buClr>
              <a:buSzPts val="1800"/>
              <a:buAutoNum type="arabicPeriod"/>
            </a:pPr>
            <a:r>
              <a:rPr b="1" lang="en" sz="1800">
                <a:solidFill>
                  <a:schemeClr val="lt1"/>
                </a:solidFill>
              </a:rPr>
              <a:t>Contacts</a:t>
            </a:r>
            <a:endParaRPr b="1" sz="1800">
              <a:solidFill>
                <a:schemeClr val="lt1"/>
              </a:solidFill>
            </a:endParaRPr>
          </a:p>
          <a:p>
            <a:pPr indent="0" lvl="0" marL="0" rtl="0" algn="l">
              <a:spcBef>
                <a:spcPts val="1200"/>
              </a:spcBef>
              <a:spcAft>
                <a:spcPts val="0"/>
              </a:spcAft>
              <a:buNone/>
            </a:pPr>
            <a:r>
              <a:t/>
            </a:r>
            <a:endParaRPr sz="1800">
              <a:solidFill>
                <a:schemeClr val="lt1"/>
              </a:solidFill>
            </a:endParaRPr>
          </a:p>
        </p:txBody>
      </p:sp>
      <p:pic>
        <p:nvPicPr>
          <p:cNvPr id="392" name="Google Shape;392;p61" title="codexoxo-footer.png"/>
          <p:cNvPicPr preferRelativeResize="0"/>
          <p:nvPr/>
        </p:nvPicPr>
        <p:blipFill>
          <a:blip r:embed="rId4">
            <a:alphaModFix/>
          </a:blip>
          <a:stretch>
            <a:fillRect/>
          </a:stretch>
        </p:blipFill>
        <p:spPr>
          <a:xfrm>
            <a:off x="292700" y="183250"/>
            <a:ext cx="1719598" cy="934800"/>
          </a:xfrm>
          <a:prstGeom prst="rect">
            <a:avLst/>
          </a:prstGeom>
          <a:noFill/>
          <a:ln>
            <a:noFill/>
          </a:ln>
        </p:spPr>
      </p:pic>
      <p:sp>
        <p:nvSpPr>
          <p:cNvPr id="393" name="Google Shape;393;p61"/>
          <p:cNvSpPr txBox="1"/>
          <p:nvPr/>
        </p:nvSpPr>
        <p:spPr>
          <a:xfrm>
            <a:off x="3444700" y="277600"/>
            <a:ext cx="1444800" cy="746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400"/>
              </a:spcBef>
              <a:spcAft>
                <a:spcPts val="400"/>
              </a:spcAft>
              <a:buClr>
                <a:schemeClr val="dk1"/>
              </a:buClr>
              <a:buSzPts val="1100"/>
              <a:buFont typeface="Arial"/>
              <a:buNone/>
            </a:pPr>
            <a:r>
              <a:rPr b="1" lang="en" sz="3600">
                <a:solidFill>
                  <a:schemeClr val="lt1"/>
                </a:solidFill>
              </a:rPr>
              <a:t>Index</a:t>
            </a:r>
            <a:endParaRPr sz="3600">
              <a:solidFill>
                <a:schemeClr val="dk2"/>
              </a:solidFill>
            </a:endParaRPr>
          </a:p>
        </p:txBody>
      </p:sp>
      <p:sp>
        <p:nvSpPr>
          <p:cNvPr id="394" name="Google Shape;394;p61"/>
          <p:cNvSpPr txBox="1"/>
          <p:nvPr/>
        </p:nvSpPr>
        <p:spPr>
          <a:xfrm>
            <a:off x="516825" y="4485812"/>
            <a:ext cx="2287500" cy="34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u="sng">
                <a:solidFill>
                  <a:srgbClr val="FFFFFF"/>
                </a:solidFill>
                <a:hlinkClick r:id="rId5">
                  <a:extLst>
                    <a:ext uri="{A12FA001-AC4F-418D-AE19-62706E023703}">
                      <ahyp:hlinkClr val="tx"/>
                    </a:ext>
                  </a:extLst>
                </a:hlinkClick>
              </a:rPr>
              <a:t>codexoxo.com</a:t>
            </a:r>
            <a:endParaRPr b="1" sz="2000">
              <a:solidFill>
                <a:srgbClr val="999999"/>
              </a:solidFill>
            </a:endParaRPr>
          </a:p>
        </p:txBody>
      </p:sp>
      <p:sp>
        <p:nvSpPr>
          <p:cNvPr id="395" name="Google Shape;395;p61"/>
          <p:cNvSpPr txBox="1"/>
          <p:nvPr/>
        </p:nvSpPr>
        <p:spPr>
          <a:xfrm>
            <a:off x="3335000" y="4485800"/>
            <a:ext cx="2160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FFFFFF"/>
                </a:solidFill>
                <a:latin typeface="Barlow"/>
                <a:ea typeface="Barlow"/>
                <a:cs typeface="Barlow"/>
                <a:sym typeface="Barlow"/>
              </a:rPr>
              <a:t>+918448177994</a:t>
            </a:r>
            <a:endParaRPr b="1" sz="2000">
              <a:solidFill>
                <a:srgbClr val="FFFFFF"/>
              </a:solidFill>
              <a:latin typeface="Barlow"/>
              <a:ea typeface="Barlow"/>
              <a:cs typeface="Barlow"/>
              <a:sym typeface="Barlow"/>
            </a:endParaRPr>
          </a:p>
        </p:txBody>
      </p:sp>
      <p:sp>
        <p:nvSpPr>
          <p:cNvPr id="396" name="Google Shape;396;p61"/>
          <p:cNvSpPr txBox="1"/>
          <p:nvPr/>
        </p:nvSpPr>
        <p:spPr>
          <a:xfrm>
            <a:off x="5410147" y="4485800"/>
            <a:ext cx="35808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FFFFFF"/>
                </a:solidFill>
                <a:latin typeface="Barlow"/>
                <a:ea typeface="Barlow"/>
                <a:cs typeface="Barlow"/>
                <a:sym typeface="Barlow"/>
              </a:rPr>
              <a:t>contact@codexoxo.com</a:t>
            </a:r>
            <a:endParaRPr b="1" sz="2000">
              <a:solidFill>
                <a:srgbClr val="FFFFFF"/>
              </a:solidFill>
              <a:latin typeface="Barlow"/>
              <a:ea typeface="Barlow"/>
              <a:cs typeface="Barlow"/>
              <a:sym typeface="Barlow"/>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00" name="Shape 400"/>
        <p:cNvGrpSpPr/>
        <p:nvPr/>
      </p:nvGrpSpPr>
      <p:grpSpPr>
        <a:xfrm>
          <a:off x="0" y="0"/>
          <a:ext cx="0" cy="0"/>
          <a:chOff x="0" y="0"/>
          <a:chExt cx="0" cy="0"/>
        </a:xfrm>
      </p:grpSpPr>
      <p:sp>
        <p:nvSpPr>
          <p:cNvPr id="401" name="Google Shape;401;p62"/>
          <p:cNvSpPr txBox="1"/>
          <p:nvPr/>
        </p:nvSpPr>
        <p:spPr>
          <a:xfrm>
            <a:off x="2336636" y="386712"/>
            <a:ext cx="6294000" cy="720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400"/>
              </a:spcBef>
              <a:spcAft>
                <a:spcPts val="400"/>
              </a:spcAft>
              <a:buClr>
                <a:schemeClr val="dk1"/>
              </a:buClr>
              <a:buSzPts val="1100"/>
              <a:buFont typeface="Arial"/>
              <a:buNone/>
            </a:pPr>
            <a:r>
              <a:rPr b="1" lang="en" sz="3000">
                <a:solidFill>
                  <a:schemeClr val="lt1"/>
                </a:solidFill>
              </a:rPr>
              <a:t>About Microsoft Dynamics 365</a:t>
            </a:r>
            <a:endParaRPr sz="3000">
              <a:solidFill>
                <a:schemeClr val="lt1"/>
              </a:solidFill>
            </a:endParaRPr>
          </a:p>
        </p:txBody>
      </p:sp>
      <p:sp>
        <p:nvSpPr>
          <p:cNvPr id="402" name="Google Shape;402;p62"/>
          <p:cNvSpPr txBox="1"/>
          <p:nvPr/>
        </p:nvSpPr>
        <p:spPr>
          <a:xfrm>
            <a:off x="315300" y="1574641"/>
            <a:ext cx="6179100" cy="2931900"/>
          </a:xfrm>
          <a:prstGeom prst="rect">
            <a:avLst/>
          </a:prstGeom>
          <a:noFill/>
          <a:ln>
            <a:noFill/>
          </a:ln>
        </p:spPr>
        <p:txBody>
          <a:bodyPr anchorCtr="0" anchor="t" bIns="91425" lIns="91425" spcFirstLastPara="1" rIns="91425" wrap="square" tIns="91425">
            <a:noAutofit/>
          </a:bodyPr>
          <a:lstStyle/>
          <a:p>
            <a:pPr indent="-381000" lvl="0" marL="457200" rtl="0" algn="l">
              <a:lnSpc>
                <a:spcPct val="115000"/>
              </a:lnSpc>
              <a:spcBef>
                <a:spcPts val="1200"/>
              </a:spcBef>
              <a:spcAft>
                <a:spcPts val="0"/>
              </a:spcAft>
              <a:buClr>
                <a:schemeClr val="lt1"/>
              </a:buClr>
              <a:buSzPts val="2400"/>
              <a:buChar char="●"/>
            </a:pPr>
            <a:r>
              <a:rPr lang="en" sz="2400">
                <a:solidFill>
                  <a:schemeClr val="lt1"/>
                </a:solidFill>
              </a:rPr>
              <a:t>Dynamics 365 is a suite of ERP and CRM applications.</a:t>
            </a:r>
            <a:endParaRPr sz="2400">
              <a:solidFill>
                <a:schemeClr val="lt1"/>
              </a:solidFill>
            </a:endParaRPr>
          </a:p>
          <a:p>
            <a:pPr indent="-381000" lvl="0" marL="457200" rtl="0" algn="l">
              <a:lnSpc>
                <a:spcPct val="115000"/>
              </a:lnSpc>
              <a:spcBef>
                <a:spcPts val="0"/>
              </a:spcBef>
              <a:spcAft>
                <a:spcPts val="0"/>
              </a:spcAft>
              <a:buClr>
                <a:schemeClr val="lt1"/>
              </a:buClr>
              <a:buSzPts val="2400"/>
              <a:buChar char="●"/>
            </a:pPr>
            <a:r>
              <a:rPr lang="en" sz="2400">
                <a:solidFill>
                  <a:schemeClr val="lt1"/>
                </a:solidFill>
              </a:rPr>
              <a:t>Helps organizations manage sales, service, finance, and supply chain.</a:t>
            </a:r>
            <a:endParaRPr sz="2400">
              <a:solidFill>
                <a:schemeClr val="lt1"/>
              </a:solidFill>
            </a:endParaRPr>
          </a:p>
          <a:p>
            <a:pPr indent="-381000" lvl="0" marL="457200" rtl="0" algn="l">
              <a:lnSpc>
                <a:spcPct val="115000"/>
              </a:lnSpc>
              <a:spcBef>
                <a:spcPts val="0"/>
              </a:spcBef>
              <a:spcAft>
                <a:spcPts val="0"/>
              </a:spcAft>
              <a:buClr>
                <a:schemeClr val="lt1"/>
              </a:buClr>
              <a:buSzPts val="2400"/>
              <a:buChar char="●"/>
            </a:pPr>
            <a:r>
              <a:rPr lang="en" sz="2400">
                <a:solidFill>
                  <a:schemeClr val="lt1"/>
                </a:solidFill>
              </a:rPr>
              <a:t>Built with AI, automation, and analytics for smarter decisions.</a:t>
            </a:r>
            <a:endParaRPr sz="2400">
              <a:solidFill>
                <a:schemeClr val="lt1"/>
              </a:solidFill>
            </a:endParaRPr>
          </a:p>
        </p:txBody>
      </p:sp>
      <p:pic>
        <p:nvPicPr>
          <p:cNvPr id="403" name="Google Shape;403;p62" title="codexoxo-footer.png"/>
          <p:cNvPicPr preferRelativeResize="0"/>
          <p:nvPr/>
        </p:nvPicPr>
        <p:blipFill>
          <a:blip r:embed="rId4">
            <a:alphaModFix/>
          </a:blip>
          <a:stretch>
            <a:fillRect/>
          </a:stretch>
        </p:blipFill>
        <p:spPr>
          <a:xfrm>
            <a:off x="292700" y="183250"/>
            <a:ext cx="1719598" cy="934800"/>
          </a:xfrm>
          <a:prstGeom prst="rect">
            <a:avLst/>
          </a:prstGeom>
          <a:noFill/>
          <a:ln>
            <a:noFill/>
          </a:ln>
        </p:spPr>
      </p:pic>
      <p:sp>
        <p:nvSpPr>
          <p:cNvPr id="404" name="Google Shape;404;p62"/>
          <p:cNvSpPr txBox="1"/>
          <p:nvPr/>
        </p:nvSpPr>
        <p:spPr>
          <a:xfrm>
            <a:off x="516825" y="4485812"/>
            <a:ext cx="2287500" cy="34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u="sng">
                <a:solidFill>
                  <a:srgbClr val="FFFFFF"/>
                </a:solidFill>
                <a:hlinkClick r:id="rId5">
                  <a:extLst>
                    <a:ext uri="{A12FA001-AC4F-418D-AE19-62706E023703}">
                      <ahyp:hlinkClr val="tx"/>
                    </a:ext>
                  </a:extLst>
                </a:hlinkClick>
              </a:rPr>
              <a:t>codexoxo.com</a:t>
            </a:r>
            <a:endParaRPr b="1" sz="2000">
              <a:solidFill>
                <a:srgbClr val="999999"/>
              </a:solidFill>
            </a:endParaRPr>
          </a:p>
        </p:txBody>
      </p:sp>
      <p:sp>
        <p:nvSpPr>
          <p:cNvPr id="405" name="Google Shape;405;p62"/>
          <p:cNvSpPr txBox="1"/>
          <p:nvPr/>
        </p:nvSpPr>
        <p:spPr>
          <a:xfrm>
            <a:off x="3335000" y="4485800"/>
            <a:ext cx="2160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FFFFFF"/>
                </a:solidFill>
                <a:latin typeface="Barlow"/>
                <a:ea typeface="Barlow"/>
                <a:cs typeface="Barlow"/>
                <a:sym typeface="Barlow"/>
              </a:rPr>
              <a:t>+918448177994</a:t>
            </a:r>
            <a:endParaRPr b="1" sz="2000">
              <a:solidFill>
                <a:srgbClr val="FFFFFF"/>
              </a:solidFill>
              <a:latin typeface="Barlow"/>
              <a:ea typeface="Barlow"/>
              <a:cs typeface="Barlow"/>
              <a:sym typeface="Barlow"/>
            </a:endParaRPr>
          </a:p>
        </p:txBody>
      </p:sp>
      <p:sp>
        <p:nvSpPr>
          <p:cNvPr id="406" name="Google Shape;406;p62"/>
          <p:cNvSpPr txBox="1"/>
          <p:nvPr/>
        </p:nvSpPr>
        <p:spPr>
          <a:xfrm>
            <a:off x="5410147" y="4485800"/>
            <a:ext cx="35808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FFFFFF"/>
                </a:solidFill>
                <a:latin typeface="Barlow"/>
                <a:ea typeface="Barlow"/>
                <a:cs typeface="Barlow"/>
                <a:sym typeface="Barlow"/>
              </a:rPr>
              <a:t>contact@codexoxo.com</a:t>
            </a:r>
            <a:endParaRPr b="1" sz="2000">
              <a:solidFill>
                <a:srgbClr val="FFFFFF"/>
              </a:solidFill>
              <a:latin typeface="Barlow"/>
              <a:ea typeface="Barlow"/>
              <a:cs typeface="Barlow"/>
              <a:sym typeface="Barlow"/>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10" name="Shape 410"/>
        <p:cNvGrpSpPr/>
        <p:nvPr/>
      </p:nvGrpSpPr>
      <p:grpSpPr>
        <a:xfrm>
          <a:off x="0" y="0"/>
          <a:ext cx="0" cy="0"/>
          <a:chOff x="0" y="0"/>
          <a:chExt cx="0" cy="0"/>
        </a:xfrm>
      </p:grpSpPr>
      <p:sp>
        <p:nvSpPr>
          <p:cNvPr id="411" name="Google Shape;411;p63"/>
          <p:cNvSpPr txBox="1"/>
          <p:nvPr/>
        </p:nvSpPr>
        <p:spPr>
          <a:xfrm>
            <a:off x="3183359" y="336162"/>
            <a:ext cx="3513300" cy="669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400"/>
              </a:spcAft>
              <a:buClr>
                <a:schemeClr val="dk1"/>
              </a:buClr>
              <a:buSzPts val="1100"/>
              <a:buFont typeface="Arial"/>
              <a:buNone/>
            </a:pPr>
            <a:r>
              <a:rPr b="1" lang="en" sz="3600">
                <a:solidFill>
                  <a:schemeClr val="lt1"/>
                </a:solidFill>
              </a:rPr>
              <a:t>Key Products</a:t>
            </a:r>
            <a:endParaRPr sz="3600">
              <a:solidFill>
                <a:schemeClr val="lt1"/>
              </a:solidFill>
            </a:endParaRPr>
          </a:p>
        </p:txBody>
      </p:sp>
      <p:sp>
        <p:nvSpPr>
          <p:cNvPr id="412" name="Google Shape;412;p63"/>
          <p:cNvSpPr txBox="1"/>
          <p:nvPr/>
        </p:nvSpPr>
        <p:spPr>
          <a:xfrm>
            <a:off x="208225" y="1562014"/>
            <a:ext cx="8472600" cy="266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1200"/>
              </a:spcBef>
              <a:spcAft>
                <a:spcPts val="0"/>
              </a:spcAft>
              <a:buClr>
                <a:schemeClr val="lt1"/>
              </a:buClr>
              <a:buSzPts val="1800"/>
              <a:buChar char="●"/>
            </a:pPr>
            <a:r>
              <a:rPr b="1" lang="en" sz="1800">
                <a:solidFill>
                  <a:schemeClr val="lt1"/>
                </a:solidFill>
              </a:rPr>
              <a:t>Dynamics 365 Customer Service – Case management, omnichannel support, AI-driven insights.</a:t>
            </a:r>
            <a:r>
              <a:rPr b="1" lang="en" sz="1800">
                <a:solidFill>
                  <a:schemeClr val="lt1"/>
                </a:solidFill>
                <a:uFill>
                  <a:noFill/>
                </a:uFill>
                <a:hlinkClick r:id="rId4">
                  <a:extLst>
                    <a:ext uri="{A12FA001-AC4F-418D-AE19-62706E023703}">
                      <ahyp:hlinkClr val="tx"/>
                    </a:ext>
                  </a:extLst>
                </a:hlinkClick>
              </a:rPr>
              <a:t> </a:t>
            </a:r>
            <a:endParaRPr b="1" sz="1800" u="sng">
              <a:solidFill>
                <a:schemeClr val="lt1"/>
              </a:solidFill>
            </a:endParaRPr>
          </a:p>
          <a:p>
            <a:pPr indent="-342900" lvl="0" marL="457200" rtl="0" algn="l">
              <a:lnSpc>
                <a:spcPct val="115000"/>
              </a:lnSpc>
              <a:spcBef>
                <a:spcPts val="0"/>
              </a:spcBef>
              <a:spcAft>
                <a:spcPts val="0"/>
              </a:spcAft>
              <a:buClr>
                <a:schemeClr val="lt1"/>
              </a:buClr>
              <a:buSzPts val="1800"/>
              <a:buChar char="●"/>
            </a:pPr>
            <a:r>
              <a:rPr b="1" lang="en" sz="1800">
                <a:solidFill>
                  <a:schemeClr val="lt1"/>
                </a:solidFill>
              </a:rPr>
              <a:t>Dynamics 365 Sales – Guided selling, pipeline management, Copilot assistance.</a:t>
            </a:r>
            <a:r>
              <a:rPr b="1" lang="en" sz="1800">
                <a:solidFill>
                  <a:schemeClr val="lt1"/>
                </a:solidFill>
                <a:uFill>
                  <a:noFill/>
                </a:uFill>
                <a:hlinkClick r:id="rId5">
                  <a:extLst>
                    <a:ext uri="{A12FA001-AC4F-418D-AE19-62706E023703}">
                      <ahyp:hlinkClr val="tx"/>
                    </a:ext>
                  </a:extLst>
                </a:hlinkClick>
              </a:rPr>
              <a:t> </a:t>
            </a:r>
            <a:endParaRPr b="1" sz="1800" u="sng">
              <a:solidFill>
                <a:schemeClr val="lt1"/>
              </a:solidFill>
            </a:endParaRPr>
          </a:p>
          <a:p>
            <a:pPr indent="-342900" lvl="0" marL="457200" rtl="0" algn="l">
              <a:lnSpc>
                <a:spcPct val="115000"/>
              </a:lnSpc>
              <a:spcBef>
                <a:spcPts val="0"/>
              </a:spcBef>
              <a:spcAft>
                <a:spcPts val="0"/>
              </a:spcAft>
              <a:buClr>
                <a:schemeClr val="lt1"/>
              </a:buClr>
              <a:buSzPts val="1800"/>
              <a:buChar char="●"/>
            </a:pPr>
            <a:r>
              <a:rPr b="1" lang="en" sz="1800">
                <a:solidFill>
                  <a:schemeClr val="lt1"/>
                </a:solidFill>
              </a:rPr>
              <a:t>Dynamics 365 Field Service – Work order automation, scheduling, resource optimization.</a:t>
            </a:r>
            <a:r>
              <a:rPr b="1" lang="en" sz="1800">
                <a:solidFill>
                  <a:schemeClr val="lt1"/>
                </a:solidFill>
                <a:uFill>
                  <a:noFill/>
                </a:uFill>
                <a:hlinkClick r:id="rId6">
                  <a:extLst>
                    <a:ext uri="{A12FA001-AC4F-418D-AE19-62706E023703}">
                      <ahyp:hlinkClr val="tx"/>
                    </a:ext>
                  </a:extLst>
                </a:hlinkClick>
              </a:rPr>
              <a:t> </a:t>
            </a:r>
            <a:endParaRPr b="1" sz="1800" u="sng">
              <a:solidFill>
                <a:schemeClr val="lt1"/>
              </a:solidFill>
            </a:endParaRPr>
          </a:p>
          <a:p>
            <a:pPr indent="-342900" lvl="0" marL="457200" rtl="0" algn="l">
              <a:lnSpc>
                <a:spcPct val="115000"/>
              </a:lnSpc>
              <a:spcBef>
                <a:spcPts val="0"/>
              </a:spcBef>
              <a:spcAft>
                <a:spcPts val="0"/>
              </a:spcAft>
              <a:buClr>
                <a:schemeClr val="lt1"/>
              </a:buClr>
              <a:buSzPts val="1800"/>
              <a:buChar char="●"/>
            </a:pPr>
            <a:r>
              <a:rPr b="1" lang="en" sz="1800">
                <a:solidFill>
                  <a:schemeClr val="lt1"/>
                </a:solidFill>
              </a:rPr>
              <a:t>Dynamics 365 Customer Insights – Customer data unification and analytics.</a:t>
            </a:r>
            <a:endParaRPr b="1" sz="1800">
              <a:solidFill>
                <a:schemeClr val="lt1"/>
              </a:solidFill>
            </a:endParaRPr>
          </a:p>
        </p:txBody>
      </p:sp>
      <p:pic>
        <p:nvPicPr>
          <p:cNvPr id="413" name="Google Shape;413;p63" title="codexoxo-footer.png"/>
          <p:cNvPicPr preferRelativeResize="0"/>
          <p:nvPr/>
        </p:nvPicPr>
        <p:blipFill>
          <a:blip r:embed="rId7">
            <a:alphaModFix/>
          </a:blip>
          <a:stretch>
            <a:fillRect/>
          </a:stretch>
        </p:blipFill>
        <p:spPr>
          <a:xfrm>
            <a:off x="292700" y="183250"/>
            <a:ext cx="1719598" cy="934800"/>
          </a:xfrm>
          <a:prstGeom prst="rect">
            <a:avLst/>
          </a:prstGeom>
          <a:noFill/>
          <a:ln>
            <a:noFill/>
          </a:ln>
        </p:spPr>
      </p:pic>
      <p:sp>
        <p:nvSpPr>
          <p:cNvPr id="414" name="Google Shape;414;p63"/>
          <p:cNvSpPr txBox="1"/>
          <p:nvPr/>
        </p:nvSpPr>
        <p:spPr>
          <a:xfrm>
            <a:off x="516825" y="4485812"/>
            <a:ext cx="2287500" cy="34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u="sng">
                <a:solidFill>
                  <a:srgbClr val="FFFFFF"/>
                </a:solidFill>
                <a:hlinkClick r:id="rId8">
                  <a:extLst>
                    <a:ext uri="{A12FA001-AC4F-418D-AE19-62706E023703}">
                      <ahyp:hlinkClr val="tx"/>
                    </a:ext>
                  </a:extLst>
                </a:hlinkClick>
              </a:rPr>
              <a:t>codexoxo.com</a:t>
            </a:r>
            <a:endParaRPr b="1" sz="2000">
              <a:solidFill>
                <a:srgbClr val="999999"/>
              </a:solidFill>
            </a:endParaRPr>
          </a:p>
        </p:txBody>
      </p:sp>
      <p:sp>
        <p:nvSpPr>
          <p:cNvPr id="415" name="Google Shape;415;p63"/>
          <p:cNvSpPr txBox="1"/>
          <p:nvPr/>
        </p:nvSpPr>
        <p:spPr>
          <a:xfrm>
            <a:off x="3335000" y="4485800"/>
            <a:ext cx="2160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FFFFFF"/>
                </a:solidFill>
                <a:latin typeface="Barlow"/>
                <a:ea typeface="Barlow"/>
                <a:cs typeface="Barlow"/>
                <a:sym typeface="Barlow"/>
              </a:rPr>
              <a:t>+918448177994</a:t>
            </a:r>
            <a:endParaRPr b="1" sz="2000">
              <a:solidFill>
                <a:srgbClr val="FFFFFF"/>
              </a:solidFill>
              <a:latin typeface="Barlow"/>
              <a:ea typeface="Barlow"/>
              <a:cs typeface="Barlow"/>
              <a:sym typeface="Barlow"/>
            </a:endParaRPr>
          </a:p>
        </p:txBody>
      </p:sp>
      <p:sp>
        <p:nvSpPr>
          <p:cNvPr id="416" name="Google Shape;416;p63"/>
          <p:cNvSpPr txBox="1"/>
          <p:nvPr/>
        </p:nvSpPr>
        <p:spPr>
          <a:xfrm>
            <a:off x="5410147" y="4485800"/>
            <a:ext cx="35808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FFFFFF"/>
                </a:solidFill>
                <a:latin typeface="Barlow"/>
                <a:ea typeface="Barlow"/>
                <a:cs typeface="Barlow"/>
                <a:sym typeface="Barlow"/>
              </a:rPr>
              <a:t>contact@codexoxo.com</a:t>
            </a:r>
            <a:endParaRPr b="1" sz="2000">
              <a:solidFill>
                <a:srgbClr val="FFFFFF"/>
              </a:solidFill>
              <a:latin typeface="Barlow"/>
              <a:ea typeface="Barlow"/>
              <a:cs typeface="Barlow"/>
              <a:sym typeface="Barlow"/>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20" name="Shape 420"/>
        <p:cNvGrpSpPr/>
        <p:nvPr/>
      </p:nvGrpSpPr>
      <p:grpSpPr>
        <a:xfrm>
          <a:off x="0" y="0"/>
          <a:ext cx="0" cy="0"/>
          <a:chOff x="0" y="0"/>
          <a:chExt cx="0" cy="0"/>
        </a:xfrm>
      </p:grpSpPr>
      <p:sp>
        <p:nvSpPr>
          <p:cNvPr id="421" name="Google Shape;421;p64"/>
          <p:cNvSpPr txBox="1"/>
          <p:nvPr/>
        </p:nvSpPr>
        <p:spPr>
          <a:xfrm>
            <a:off x="2197726" y="601550"/>
            <a:ext cx="6862200" cy="6135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400"/>
              </a:spcBef>
              <a:spcAft>
                <a:spcPts val="400"/>
              </a:spcAft>
              <a:buClr>
                <a:schemeClr val="dk1"/>
              </a:buClr>
              <a:buSzPts val="1100"/>
              <a:buFont typeface="Arial"/>
              <a:buNone/>
            </a:pPr>
            <a:r>
              <a:rPr b="1" lang="en" sz="3000">
                <a:solidFill>
                  <a:schemeClr val="lt1"/>
                </a:solidFill>
              </a:rPr>
              <a:t>Features of Dynamics 365 Service</a:t>
            </a:r>
            <a:endParaRPr sz="3000">
              <a:solidFill>
                <a:schemeClr val="lt1"/>
              </a:solidFill>
            </a:endParaRPr>
          </a:p>
        </p:txBody>
      </p:sp>
      <p:sp>
        <p:nvSpPr>
          <p:cNvPr id="422" name="Google Shape;422;p64"/>
          <p:cNvSpPr txBox="1"/>
          <p:nvPr/>
        </p:nvSpPr>
        <p:spPr>
          <a:xfrm>
            <a:off x="202250" y="1811025"/>
            <a:ext cx="8731200" cy="2073300"/>
          </a:xfrm>
          <a:prstGeom prst="rect">
            <a:avLst/>
          </a:prstGeom>
          <a:noFill/>
          <a:ln>
            <a:noFill/>
          </a:ln>
        </p:spPr>
        <p:txBody>
          <a:bodyPr anchorCtr="0" anchor="t" bIns="91425" lIns="91425" spcFirstLastPara="1" rIns="91425" wrap="square" tIns="91425">
            <a:noAutofit/>
          </a:bodyPr>
          <a:lstStyle/>
          <a:p>
            <a:pPr indent="-381000" lvl="0" marL="457200" rtl="0" algn="l">
              <a:lnSpc>
                <a:spcPct val="115000"/>
              </a:lnSpc>
              <a:spcBef>
                <a:spcPts val="1200"/>
              </a:spcBef>
              <a:spcAft>
                <a:spcPts val="0"/>
              </a:spcAft>
              <a:buClr>
                <a:schemeClr val="lt1"/>
              </a:buClr>
              <a:buSzPts val="2400"/>
              <a:buChar char="●"/>
            </a:pPr>
            <a:r>
              <a:rPr b="1" lang="en" sz="2400">
                <a:solidFill>
                  <a:schemeClr val="lt1"/>
                </a:solidFill>
              </a:rPr>
              <a:t>Omnichannel engagement (voice, chat, email, social).</a:t>
            </a:r>
            <a:endParaRPr b="1" sz="2400">
              <a:solidFill>
                <a:schemeClr val="lt1"/>
              </a:solidFill>
            </a:endParaRPr>
          </a:p>
          <a:p>
            <a:pPr indent="-381000" lvl="0" marL="457200" rtl="0" algn="l">
              <a:lnSpc>
                <a:spcPct val="115000"/>
              </a:lnSpc>
              <a:spcBef>
                <a:spcPts val="0"/>
              </a:spcBef>
              <a:spcAft>
                <a:spcPts val="0"/>
              </a:spcAft>
              <a:buClr>
                <a:schemeClr val="lt1"/>
              </a:buClr>
              <a:buSzPts val="2400"/>
              <a:buChar char="●"/>
            </a:pPr>
            <a:r>
              <a:rPr b="1" lang="en" sz="2400">
                <a:solidFill>
                  <a:schemeClr val="lt1"/>
                </a:solidFill>
              </a:rPr>
              <a:t>AI-powered Copilot for agent productivity.</a:t>
            </a:r>
            <a:endParaRPr b="1" sz="2400">
              <a:solidFill>
                <a:schemeClr val="lt1"/>
              </a:solidFill>
            </a:endParaRPr>
          </a:p>
          <a:p>
            <a:pPr indent="-381000" lvl="0" marL="457200" rtl="0" algn="l">
              <a:lnSpc>
                <a:spcPct val="115000"/>
              </a:lnSpc>
              <a:spcBef>
                <a:spcPts val="0"/>
              </a:spcBef>
              <a:spcAft>
                <a:spcPts val="0"/>
              </a:spcAft>
              <a:buClr>
                <a:schemeClr val="lt1"/>
              </a:buClr>
              <a:buSzPts val="2400"/>
              <a:buChar char="●"/>
            </a:pPr>
            <a:r>
              <a:rPr b="1" lang="en" sz="2400">
                <a:solidFill>
                  <a:schemeClr val="lt1"/>
                </a:solidFill>
              </a:rPr>
              <a:t>Unified routing for efficient case handling.</a:t>
            </a:r>
            <a:endParaRPr b="1" sz="2400">
              <a:solidFill>
                <a:schemeClr val="lt1"/>
              </a:solidFill>
            </a:endParaRPr>
          </a:p>
          <a:p>
            <a:pPr indent="-381000" lvl="0" marL="457200" rtl="0" algn="l">
              <a:lnSpc>
                <a:spcPct val="115000"/>
              </a:lnSpc>
              <a:spcBef>
                <a:spcPts val="0"/>
              </a:spcBef>
              <a:spcAft>
                <a:spcPts val="0"/>
              </a:spcAft>
              <a:buClr>
                <a:schemeClr val="lt1"/>
              </a:buClr>
              <a:buSzPts val="2400"/>
              <a:buChar char="●"/>
            </a:pPr>
            <a:r>
              <a:rPr b="1" lang="en" sz="2400">
                <a:solidFill>
                  <a:schemeClr val="lt1"/>
                </a:solidFill>
              </a:rPr>
              <a:t>Knowledge base integration for faster resolutions.</a:t>
            </a:r>
            <a:endParaRPr b="1" sz="2400" u="sng">
              <a:solidFill>
                <a:schemeClr val="lt1"/>
              </a:solidFill>
            </a:endParaRPr>
          </a:p>
          <a:p>
            <a:pPr indent="0" lvl="0" marL="0" rtl="0" algn="l">
              <a:spcBef>
                <a:spcPts val="1200"/>
              </a:spcBef>
              <a:spcAft>
                <a:spcPts val="0"/>
              </a:spcAft>
              <a:buNone/>
            </a:pPr>
            <a:r>
              <a:t/>
            </a:r>
            <a:endParaRPr b="1" sz="2400">
              <a:solidFill>
                <a:schemeClr val="lt1"/>
              </a:solidFill>
            </a:endParaRPr>
          </a:p>
        </p:txBody>
      </p:sp>
      <p:pic>
        <p:nvPicPr>
          <p:cNvPr id="423" name="Google Shape;423;p64" title="codexoxo-footer.png"/>
          <p:cNvPicPr preferRelativeResize="0"/>
          <p:nvPr/>
        </p:nvPicPr>
        <p:blipFill>
          <a:blip r:embed="rId4">
            <a:alphaModFix/>
          </a:blip>
          <a:stretch>
            <a:fillRect/>
          </a:stretch>
        </p:blipFill>
        <p:spPr>
          <a:xfrm>
            <a:off x="292700" y="183250"/>
            <a:ext cx="1719598" cy="934800"/>
          </a:xfrm>
          <a:prstGeom prst="rect">
            <a:avLst/>
          </a:prstGeom>
          <a:noFill/>
          <a:ln>
            <a:noFill/>
          </a:ln>
        </p:spPr>
      </p:pic>
      <p:sp>
        <p:nvSpPr>
          <p:cNvPr id="424" name="Google Shape;424;p64"/>
          <p:cNvSpPr txBox="1"/>
          <p:nvPr/>
        </p:nvSpPr>
        <p:spPr>
          <a:xfrm>
            <a:off x="516825" y="4485812"/>
            <a:ext cx="2287500" cy="34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u="sng">
                <a:solidFill>
                  <a:srgbClr val="FFFFFF"/>
                </a:solidFill>
                <a:hlinkClick r:id="rId5">
                  <a:extLst>
                    <a:ext uri="{A12FA001-AC4F-418D-AE19-62706E023703}">
                      <ahyp:hlinkClr val="tx"/>
                    </a:ext>
                  </a:extLst>
                </a:hlinkClick>
              </a:rPr>
              <a:t>codexoxo.com</a:t>
            </a:r>
            <a:endParaRPr b="1" sz="2000">
              <a:solidFill>
                <a:srgbClr val="999999"/>
              </a:solidFill>
            </a:endParaRPr>
          </a:p>
        </p:txBody>
      </p:sp>
      <p:sp>
        <p:nvSpPr>
          <p:cNvPr id="425" name="Google Shape;425;p64"/>
          <p:cNvSpPr txBox="1"/>
          <p:nvPr/>
        </p:nvSpPr>
        <p:spPr>
          <a:xfrm>
            <a:off x="3335000" y="4485800"/>
            <a:ext cx="2160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FFFFFF"/>
                </a:solidFill>
                <a:latin typeface="Barlow"/>
                <a:ea typeface="Barlow"/>
                <a:cs typeface="Barlow"/>
                <a:sym typeface="Barlow"/>
              </a:rPr>
              <a:t>+918448177994</a:t>
            </a:r>
            <a:endParaRPr b="1" sz="2000">
              <a:solidFill>
                <a:srgbClr val="FFFFFF"/>
              </a:solidFill>
              <a:latin typeface="Barlow"/>
              <a:ea typeface="Barlow"/>
              <a:cs typeface="Barlow"/>
              <a:sym typeface="Barlow"/>
            </a:endParaRPr>
          </a:p>
        </p:txBody>
      </p:sp>
      <p:sp>
        <p:nvSpPr>
          <p:cNvPr id="426" name="Google Shape;426;p64"/>
          <p:cNvSpPr txBox="1"/>
          <p:nvPr/>
        </p:nvSpPr>
        <p:spPr>
          <a:xfrm>
            <a:off x="5410147" y="4485800"/>
            <a:ext cx="35808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FFFFFF"/>
                </a:solidFill>
                <a:latin typeface="Barlow"/>
                <a:ea typeface="Barlow"/>
                <a:cs typeface="Barlow"/>
                <a:sym typeface="Barlow"/>
              </a:rPr>
              <a:t>contact@codexoxo.com</a:t>
            </a:r>
            <a:endParaRPr b="1" sz="2000">
              <a:solidFill>
                <a:srgbClr val="FFFFFF"/>
              </a:solidFill>
              <a:latin typeface="Barlow"/>
              <a:ea typeface="Barlow"/>
              <a:cs typeface="Barlow"/>
              <a:sym typeface="Barlow"/>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30" name="Shape 430"/>
        <p:cNvGrpSpPr/>
        <p:nvPr/>
      </p:nvGrpSpPr>
      <p:grpSpPr>
        <a:xfrm>
          <a:off x="0" y="0"/>
          <a:ext cx="0" cy="0"/>
          <a:chOff x="0" y="0"/>
          <a:chExt cx="0" cy="0"/>
        </a:xfrm>
      </p:grpSpPr>
      <p:sp>
        <p:nvSpPr>
          <p:cNvPr id="431" name="Google Shape;431;p65"/>
          <p:cNvSpPr txBox="1"/>
          <p:nvPr/>
        </p:nvSpPr>
        <p:spPr>
          <a:xfrm>
            <a:off x="3461375" y="336150"/>
            <a:ext cx="3108900" cy="663000"/>
          </a:xfrm>
          <a:prstGeom prst="rect">
            <a:avLst/>
          </a:prstGeom>
          <a:noFill/>
          <a:ln>
            <a:noFill/>
          </a:ln>
        </p:spPr>
        <p:txBody>
          <a:bodyPr anchorCtr="0" anchor="t" bIns="91425" lIns="91425" spcFirstLastPara="1" rIns="91425" wrap="square" tIns="91425">
            <a:noAutofit/>
          </a:bodyPr>
          <a:lstStyle/>
          <a:p>
            <a:pPr indent="0" lvl="0" marL="0" rtl="0" algn="ctr">
              <a:lnSpc>
                <a:spcPct val="120000"/>
              </a:lnSpc>
              <a:spcBef>
                <a:spcPts val="0"/>
              </a:spcBef>
              <a:spcAft>
                <a:spcPts val="0"/>
              </a:spcAft>
              <a:buClr>
                <a:schemeClr val="dk1"/>
              </a:buClr>
              <a:buSzPts val="1100"/>
              <a:buFont typeface="Arial"/>
              <a:buNone/>
            </a:pPr>
            <a:r>
              <a:rPr b="1" lang="en" sz="3600">
                <a:solidFill>
                  <a:schemeClr val="lt1"/>
                </a:solidFill>
              </a:rPr>
              <a:t>Our Services</a:t>
            </a:r>
            <a:endParaRPr b="1" sz="3600">
              <a:solidFill>
                <a:schemeClr val="lt1"/>
              </a:solidFill>
            </a:endParaRPr>
          </a:p>
          <a:p>
            <a:pPr indent="0" lvl="0" marL="0" rtl="0" algn="l">
              <a:spcBef>
                <a:spcPts val="0"/>
              </a:spcBef>
              <a:spcAft>
                <a:spcPts val="0"/>
              </a:spcAft>
              <a:buNone/>
            </a:pPr>
            <a:r>
              <a:t/>
            </a:r>
            <a:endParaRPr sz="1800">
              <a:solidFill>
                <a:schemeClr val="dk2"/>
              </a:solidFill>
            </a:endParaRPr>
          </a:p>
        </p:txBody>
      </p:sp>
      <p:sp>
        <p:nvSpPr>
          <p:cNvPr id="432" name="Google Shape;432;p65"/>
          <p:cNvSpPr txBox="1"/>
          <p:nvPr/>
        </p:nvSpPr>
        <p:spPr>
          <a:xfrm>
            <a:off x="1960750" y="1429798"/>
            <a:ext cx="5573100" cy="744000"/>
          </a:xfrm>
          <a:prstGeom prst="rect">
            <a:avLst/>
          </a:prstGeom>
          <a:noFill/>
          <a:ln>
            <a:noFill/>
          </a:ln>
        </p:spPr>
        <p:txBody>
          <a:bodyPr anchorCtr="0" anchor="t" bIns="91425" lIns="91425" spcFirstLastPara="1" rIns="91425" wrap="square" tIns="91425">
            <a:noAutofit/>
          </a:bodyPr>
          <a:lstStyle/>
          <a:p>
            <a:pPr indent="0" lvl="0" marL="0" rtl="0" algn="ctr">
              <a:lnSpc>
                <a:spcPct val="162500"/>
              </a:lnSpc>
              <a:spcBef>
                <a:spcPts val="0"/>
              </a:spcBef>
              <a:spcAft>
                <a:spcPts val="0"/>
              </a:spcAft>
              <a:buClr>
                <a:schemeClr val="dk1"/>
              </a:buClr>
              <a:buSzPts val="1100"/>
              <a:buFont typeface="Arial"/>
              <a:buNone/>
            </a:pPr>
            <a:r>
              <a:rPr b="1" lang="en">
                <a:solidFill>
                  <a:schemeClr val="lt1"/>
                </a:solidFill>
              </a:rPr>
              <a:t>Our service empowers businesses with scalable, intelligent and fully customized MS Dynamics 365 solutions.</a:t>
            </a:r>
            <a:endParaRPr b="1">
              <a:solidFill>
                <a:schemeClr val="lt1"/>
              </a:solidFill>
            </a:endParaRPr>
          </a:p>
          <a:p>
            <a:pPr indent="0" lvl="0" marL="0" rtl="0" algn="ctr">
              <a:lnSpc>
                <a:spcPct val="115000"/>
              </a:lnSpc>
              <a:spcBef>
                <a:spcPts val="0"/>
              </a:spcBef>
              <a:spcAft>
                <a:spcPts val="0"/>
              </a:spcAft>
              <a:buClr>
                <a:schemeClr val="dk1"/>
              </a:buClr>
              <a:buSzPts val="1100"/>
              <a:buFont typeface="Arial"/>
              <a:buNone/>
            </a:pPr>
            <a:r>
              <a:t/>
            </a:r>
            <a:endParaRPr sz="1100">
              <a:solidFill>
                <a:schemeClr val="lt1"/>
              </a:solidFill>
            </a:endParaRPr>
          </a:p>
          <a:p>
            <a:pPr indent="0" lvl="0" marL="0" rtl="0" algn="ctr">
              <a:spcBef>
                <a:spcPts val="0"/>
              </a:spcBef>
              <a:spcAft>
                <a:spcPts val="0"/>
              </a:spcAft>
              <a:buNone/>
            </a:pPr>
            <a:r>
              <a:t/>
            </a:r>
            <a:endParaRPr sz="1800">
              <a:solidFill>
                <a:schemeClr val="lt1"/>
              </a:solidFill>
            </a:endParaRPr>
          </a:p>
        </p:txBody>
      </p:sp>
      <p:pic>
        <p:nvPicPr>
          <p:cNvPr id="433" name="Google Shape;433;p65" title="codexoxo-footer.png"/>
          <p:cNvPicPr preferRelativeResize="0"/>
          <p:nvPr/>
        </p:nvPicPr>
        <p:blipFill>
          <a:blip r:embed="rId4">
            <a:alphaModFix/>
          </a:blip>
          <a:stretch>
            <a:fillRect/>
          </a:stretch>
        </p:blipFill>
        <p:spPr>
          <a:xfrm>
            <a:off x="292700" y="183250"/>
            <a:ext cx="1719598" cy="934800"/>
          </a:xfrm>
          <a:prstGeom prst="rect">
            <a:avLst/>
          </a:prstGeom>
          <a:noFill/>
          <a:ln>
            <a:noFill/>
          </a:ln>
        </p:spPr>
      </p:pic>
      <p:sp>
        <p:nvSpPr>
          <p:cNvPr id="434" name="Google Shape;434;p65"/>
          <p:cNvSpPr txBox="1"/>
          <p:nvPr/>
        </p:nvSpPr>
        <p:spPr>
          <a:xfrm>
            <a:off x="516825" y="4485812"/>
            <a:ext cx="2287500" cy="34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u="sng">
                <a:solidFill>
                  <a:srgbClr val="FFFFFF"/>
                </a:solidFill>
                <a:hlinkClick r:id="rId5">
                  <a:extLst>
                    <a:ext uri="{A12FA001-AC4F-418D-AE19-62706E023703}">
                      <ahyp:hlinkClr val="tx"/>
                    </a:ext>
                  </a:extLst>
                </a:hlinkClick>
              </a:rPr>
              <a:t>codexoxo.com</a:t>
            </a:r>
            <a:endParaRPr b="1" sz="2000">
              <a:solidFill>
                <a:srgbClr val="999999"/>
              </a:solidFill>
            </a:endParaRPr>
          </a:p>
        </p:txBody>
      </p:sp>
      <p:sp>
        <p:nvSpPr>
          <p:cNvPr id="435" name="Google Shape;435;p65"/>
          <p:cNvSpPr txBox="1"/>
          <p:nvPr/>
        </p:nvSpPr>
        <p:spPr>
          <a:xfrm>
            <a:off x="3335000" y="4485800"/>
            <a:ext cx="2160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FFFFFF"/>
                </a:solidFill>
                <a:latin typeface="Barlow"/>
                <a:ea typeface="Barlow"/>
                <a:cs typeface="Barlow"/>
                <a:sym typeface="Barlow"/>
              </a:rPr>
              <a:t>+918448177994</a:t>
            </a:r>
            <a:endParaRPr b="1" sz="2000">
              <a:solidFill>
                <a:srgbClr val="FFFFFF"/>
              </a:solidFill>
              <a:latin typeface="Barlow"/>
              <a:ea typeface="Barlow"/>
              <a:cs typeface="Barlow"/>
              <a:sym typeface="Barlow"/>
            </a:endParaRPr>
          </a:p>
        </p:txBody>
      </p:sp>
      <p:sp>
        <p:nvSpPr>
          <p:cNvPr id="436" name="Google Shape;436;p65"/>
          <p:cNvSpPr txBox="1"/>
          <p:nvPr/>
        </p:nvSpPr>
        <p:spPr>
          <a:xfrm>
            <a:off x="5410147" y="4485800"/>
            <a:ext cx="35808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FFFFFF"/>
                </a:solidFill>
                <a:latin typeface="Barlow"/>
                <a:ea typeface="Barlow"/>
                <a:cs typeface="Barlow"/>
                <a:sym typeface="Barlow"/>
              </a:rPr>
              <a:t>contact@codexoxo.com</a:t>
            </a:r>
            <a:endParaRPr b="1" sz="2000">
              <a:solidFill>
                <a:srgbClr val="FFFFFF"/>
              </a:solidFill>
              <a:latin typeface="Barlow"/>
              <a:ea typeface="Barlow"/>
              <a:cs typeface="Barlow"/>
              <a:sym typeface="Barlow"/>
            </a:endParaRPr>
          </a:p>
        </p:txBody>
      </p:sp>
      <p:sp>
        <p:nvSpPr>
          <p:cNvPr id="437" name="Google Shape;437;p65"/>
          <p:cNvSpPr txBox="1"/>
          <p:nvPr/>
        </p:nvSpPr>
        <p:spPr>
          <a:xfrm>
            <a:off x="1002274" y="2532738"/>
            <a:ext cx="2287500" cy="614400"/>
          </a:xfrm>
          <a:prstGeom prst="rect">
            <a:avLst/>
          </a:prstGeom>
          <a:noFill/>
          <a:ln>
            <a:noFill/>
          </a:ln>
        </p:spPr>
        <p:txBody>
          <a:bodyPr anchorCtr="0" anchor="t" bIns="91425" lIns="91425" spcFirstLastPara="1" rIns="91425" wrap="square" tIns="91425">
            <a:noAutofit/>
          </a:bodyPr>
          <a:lstStyle/>
          <a:p>
            <a:pPr indent="0" lvl="0" marL="0" rtl="0" algn="ctr">
              <a:lnSpc>
                <a:spcPct val="150000"/>
              </a:lnSpc>
              <a:spcBef>
                <a:spcPts val="0"/>
              </a:spcBef>
              <a:spcAft>
                <a:spcPts val="1700"/>
              </a:spcAft>
              <a:buNone/>
            </a:pPr>
            <a:r>
              <a:rPr lang="en" sz="2000">
                <a:solidFill>
                  <a:schemeClr val="lt1"/>
                </a:solidFill>
              </a:rPr>
              <a:t>Implementation</a:t>
            </a:r>
            <a:endParaRPr sz="2000">
              <a:solidFill>
                <a:schemeClr val="lt1"/>
              </a:solidFill>
            </a:endParaRPr>
          </a:p>
        </p:txBody>
      </p:sp>
      <p:sp>
        <p:nvSpPr>
          <p:cNvPr id="438" name="Google Shape;438;p65"/>
          <p:cNvSpPr txBox="1"/>
          <p:nvPr/>
        </p:nvSpPr>
        <p:spPr>
          <a:xfrm>
            <a:off x="3837326" y="2529806"/>
            <a:ext cx="1459200" cy="540000"/>
          </a:xfrm>
          <a:prstGeom prst="rect">
            <a:avLst/>
          </a:prstGeom>
          <a:noFill/>
          <a:ln>
            <a:noFill/>
          </a:ln>
        </p:spPr>
        <p:txBody>
          <a:bodyPr anchorCtr="0" anchor="t" bIns="91425" lIns="91425" spcFirstLastPara="1" rIns="91425" wrap="square" tIns="91425">
            <a:noAutofit/>
          </a:bodyPr>
          <a:lstStyle/>
          <a:p>
            <a:pPr indent="0" lvl="0" marL="0" rtl="0" algn="ctr">
              <a:lnSpc>
                <a:spcPct val="150000"/>
              </a:lnSpc>
              <a:spcBef>
                <a:spcPts val="0"/>
              </a:spcBef>
              <a:spcAft>
                <a:spcPts val="1700"/>
              </a:spcAft>
              <a:buClr>
                <a:schemeClr val="dk1"/>
              </a:buClr>
              <a:buSzPts val="1100"/>
              <a:buFont typeface="Arial"/>
              <a:buNone/>
            </a:pPr>
            <a:r>
              <a:rPr lang="en" sz="2000">
                <a:solidFill>
                  <a:schemeClr val="lt1"/>
                </a:solidFill>
              </a:rPr>
              <a:t>Integration</a:t>
            </a:r>
            <a:endParaRPr sz="2000">
              <a:solidFill>
                <a:schemeClr val="lt1"/>
              </a:solidFill>
            </a:endParaRPr>
          </a:p>
        </p:txBody>
      </p:sp>
      <p:sp>
        <p:nvSpPr>
          <p:cNvPr id="439" name="Google Shape;439;p65"/>
          <p:cNvSpPr txBox="1"/>
          <p:nvPr/>
        </p:nvSpPr>
        <p:spPr>
          <a:xfrm>
            <a:off x="6189920" y="2542274"/>
            <a:ext cx="1719600" cy="744000"/>
          </a:xfrm>
          <a:prstGeom prst="rect">
            <a:avLst/>
          </a:prstGeom>
          <a:noFill/>
          <a:ln>
            <a:noFill/>
          </a:ln>
        </p:spPr>
        <p:txBody>
          <a:bodyPr anchorCtr="0" anchor="t" bIns="91425" lIns="91425" spcFirstLastPara="1" rIns="91425" wrap="square" tIns="91425">
            <a:noAutofit/>
          </a:bodyPr>
          <a:lstStyle/>
          <a:p>
            <a:pPr indent="0" lvl="0" marL="0" rtl="0" algn="ctr">
              <a:lnSpc>
                <a:spcPct val="150000"/>
              </a:lnSpc>
              <a:spcBef>
                <a:spcPts val="0"/>
              </a:spcBef>
              <a:spcAft>
                <a:spcPts val="1700"/>
              </a:spcAft>
              <a:buClr>
                <a:schemeClr val="dk1"/>
              </a:buClr>
              <a:buSzPts val="1100"/>
              <a:buFont typeface="Arial"/>
              <a:buNone/>
            </a:pPr>
            <a:r>
              <a:rPr lang="en" sz="2000">
                <a:solidFill>
                  <a:schemeClr val="lt1"/>
                </a:solidFill>
              </a:rPr>
              <a:t>Upgradation</a:t>
            </a:r>
            <a:endParaRPr sz="2000">
              <a:solidFill>
                <a:schemeClr val="lt1"/>
              </a:solidFill>
            </a:endParaRPr>
          </a:p>
        </p:txBody>
      </p:sp>
      <p:sp>
        <p:nvSpPr>
          <p:cNvPr id="440" name="Google Shape;440;p65"/>
          <p:cNvSpPr txBox="1"/>
          <p:nvPr/>
        </p:nvSpPr>
        <p:spPr>
          <a:xfrm>
            <a:off x="1221577" y="3273950"/>
            <a:ext cx="1979400" cy="6144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1700"/>
              </a:spcAft>
              <a:buNone/>
            </a:pPr>
            <a:r>
              <a:rPr lang="en" sz="2000">
                <a:solidFill>
                  <a:schemeClr val="lt1"/>
                </a:solidFill>
              </a:rPr>
              <a:t>Customization</a:t>
            </a:r>
            <a:endParaRPr sz="2000">
              <a:solidFill>
                <a:schemeClr val="lt1"/>
              </a:solidFill>
            </a:endParaRPr>
          </a:p>
        </p:txBody>
      </p:sp>
      <p:sp>
        <p:nvSpPr>
          <p:cNvPr id="441" name="Google Shape;441;p65"/>
          <p:cNvSpPr txBox="1"/>
          <p:nvPr/>
        </p:nvSpPr>
        <p:spPr>
          <a:xfrm>
            <a:off x="3795714" y="3321499"/>
            <a:ext cx="1459200" cy="540000"/>
          </a:xfrm>
          <a:prstGeom prst="rect">
            <a:avLst/>
          </a:prstGeom>
          <a:noFill/>
          <a:ln>
            <a:noFill/>
          </a:ln>
        </p:spPr>
        <p:txBody>
          <a:bodyPr anchorCtr="0" anchor="t" bIns="91425" lIns="91425" spcFirstLastPara="1" rIns="91425" wrap="square" tIns="91425">
            <a:noAutofit/>
          </a:bodyPr>
          <a:lstStyle/>
          <a:p>
            <a:pPr indent="0" lvl="0" marL="0" rtl="0" algn="ctr">
              <a:lnSpc>
                <a:spcPct val="150000"/>
              </a:lnSpc>
              <a:spcBef>
                <a:spcPts val="0"/>
              </a:spcBef>
              <a:spcAft>
                <a:spcPts val="1700"/>
              </a:spcAft>
              <a:buClr>
                <a:schemeClr val="dk1"/>
              </a:buClr>
              <a:buSzPts val="1100"/>
              <a:buFont typeface="Arial"/>
              <a:buNone/>
            </a:pPr>
            <a:r>
              <a:rPr lang="en" sz="2000">
                <a:solidFill>
                  <a:schemeClr val="lt1"/>
                </a:solidFill>
              </a:rPr>
              <a:t>Support</a:t>
            </a:r>
            <a:endParaRPr sz="2000">
              <a:solidFill>
                <a:schemeClr val="lt1"/>
              </a:solidFill>
            </a:endParaRPr>
          </a:p>
        </p:txBody>
      </p:sp>
      <p:sp>
        <p:nvSpPr>
          <p:cNvPr id="442" name="Google Shape;442;p65"/>
          <p:cNvSpPr txBox="1"/>
          <p:nvPr/>
        </p:nvSpPr>
        <p:spPr>
          <a:xfrm>
            <a:off x="6218414" y="3331848"/>
            <a:ext cx="1786800" cy="744000"/>
          </a:xfrm>
          <a:prstGeom prst="rect">
            <a:avLst/>
          </a:prstGeom>
          <a:noFill/>
          <a:ln>
            <a:noFill/>
          </a:ln>
        </p:spPr>
        <p:txBody>
          <a:bodyPr anchorCtr="0" anchor="t" bIns="91425" lIns="91425" spcFirstLastPara="1" rIns="91425" wrap="square" tIns="91425">
            <a:noAutofit/>
          </a:bodyPr>
          <a:lstStyle/>
          <a:p>
            <a:pPr indent="0" lvl="0" marL="0" rtl="0" algn="ctr">
              <a:lnSpc>
                <a:spcPct val="150000"/>
              </a:lnSpc>
              <a:spcBef>
                <a:spcPts val="0"/>
              </a:spcBef>
              <a:spcAft>
                <a:spcPts val="1700"/>
              </a:spcAft>
              <a:buClr>
                <a:schemeClr val="dk1"/>
              </a:buClr>
              <a:buSzPts val="1100"/>
              <a:buFont typeface="Arial"/>
              <a:buNone/>
            </a:pPr>
            <a:r>
              <a:rPr lang="en" sz="2000">
                <a:solidFill>
                  <a:schemeClr val="lt1"/>
                </a:solidFill>
              </a:rPr>
              <a:t>Consultancy</a:t>
            </a:r>
            <a:endParaRPr sz="2000">
              <a:solidFill>
                <a:schemeClr val="lt1"/>
              </a:solidFill>
            </a:endParaRPr>
          </a:p>
        </p:txBody>
      </p:sp>
      <p:pic>
        <p:nvPicPr>
          <p:cNvPr id="443" name="Google Shape;443;p65"/>
          <p:cNvPicPr preferRelativeResize="0"/>
          <p:nvPr/>
        </p:nvPicPr>
        <p:blipFill>
          <a:blip r:embed="rId6">
            <a:alphaModFix/>
          </a:blip>
          <a:stretch>
            <a:fillRect/>
          </a:stretch>
        </p:blipFill>
        <p:spPr>
          <a:xfrm>
            <a:off x="703950" y="2532753"/>
            <a:ext cx="476250" cy="476250"/>
          </a:xfrm>
          <a:prstGeom prst="rect">
            <a:avLst/>
          </a:prstGeom>
          <a:noFill/>
          <a:ln>
            <a:noFill/>
          </a:ln>
        </p:spPr>
      </p:pic>
      <p:pic>
        <p:nvPicPr>
          <p:cNvPr id="444" name="Google Shape;444;p65"/>
          <p:cNvPicPr preferRelativeResize="0"/>
          <p:nvPr/>
        </p:nvPicPr>
        <p:blipFill>
          <a:blip r:embed="rId7">
            <a:alphaModFix/>
          </a:blip>
          <a:stretch>
            <a:fillRect/>
          </a:stretch>
        </p:blipFill>
        <p:spPr>
          <a:xfrm>
            <a:off x="3474700" y="2504352"/>
            <a:ext cx="476250" cy="476250"/>
          </a:xfrm>
          <a:prstGeom prst="rect">
            <a:avLst/>
          </a:prstGeom>
          <a:noFill/>
          <a:ln>
            <a:noFill/>
          </a:ln>
        </p:spPr>
      </p:pic>
      <p:pic>
        <p:nvPicPr>
          <p:cNvPr id="445" name="Google Shape;445;p65"/>
          <p:cNvPicPr preferRelativeResize="0"/>
          <p:nvPr/>
        </p:nvPicPr>
        <p:blipFill>
          <a:blip r:embed="rId8">
            <a:alphaModFix/>
          </a:blip>
          <a:stretch>
            <a:fillRect/>
          </a:stretch>
        </p:blipFill>
        <p:spPr>
          <a:xfrm>
            <a:off x="5829074" y="2525048"/>
            <a:ext cx="476250" cy="476250"/>
          </a:xfrm>
          <a:prstGeom prst="rect">
            <a:avLst/>
          </a:prstGeom>
          <a:noFill/>
          <a:ln>
            <a:noFill/>
          </a:ln>
        </p:spPr>
      </p:pic>
      <p:pic>
        <p:nvPicPr>
          <p:cNvPr id="446" name="Google Shape;446;p65"/>
          <p:cNvPicPr preferRelativeResize="0"/>
          <p:nvPr/>
        </p:nvPicPr>
        <p:blipFill>
          <a:blip r:embed="rId9">
            <a:alphaModFix/>
          </a:blip>
          <a:stretch>
            <a:fillRect/>
          </a:stretch>
        </p:blipFill>
        <p:spPr>
          <a:xfrm>
            <a:off x="714299" y="3296623"/>
            <a:ext cx="476250" cy="476250"/>
          </a:xfrm>
          <a:prstGeom prst="rect">
            <a:avLst/>
          </a:prstGeom>
          <a:noFill/>
          <a:ln>
            <a:noFill/>
          </a:ln>
        </p:spPr>
      </p:pic>
      <p:pic>
        <p:nvPicPr>
          <p:cNvPr id="447" name="Google Shape;447;p65"/>
          <p:cNvPicPr preferRelativeResize="0"/>
          <p:nvPr/>
        </p:nvPicPr>
        <p:blipFill>
          <a:blip r:embed="rId10">
            <a:alphaModFix/>
          </a:blip>
          <a:stretch>
            <a:fillRect/>
          </a:stretch>
        </p:blipFill>
        <p:spPr>
          <a:xfrm>
            <a:off x="3552264" y="3332676"/>
            <a:ext cx="476250" cy="476250"/>
          </a:xfrm>
          <a:prstGeom prst="rect">
            <a:avLst/>
          </a:prstGeom>
          <a:noFill/>
          <a:ln>
            <a:noFill/>
          </a:ln>
        </p:spPr>
      </p:pic>
      <p:pic>
        <p:nvPicPr>
          <p:cNvPr id="448" name="Google Shape;448;p65"/>
          <p:cNvPicPr preferRelativeResize="0"/>
          <p:nvPr/>
        </p:nvPicPr>
        <p:blipFill>
          <a:blip r:embed="rId11">
            <a:alphaModFix/>
          </a:blip>
          <a:stretch>
            <a:fillRect/>
          </a:stretch>
        </p:blipFill>
        <p:spPr>
          <a:xfrm>
            <a:off x="5829075" y="3352550"/>
            <a:ext cx="476250" cy="4762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52" name="Shape 452"/>
        <p:cNvGrpSpPr/>
        <p:nvPr/>
      </p:nvGrpSpPr>
      <p:grpSpPr>
        <a:xfrm>
          <a:off x="0" y="0"/>
          <a:ext cx="0" cy="0"/>
          <a:chOff x="0" y="0"/>
          <a:chExt cx="0" cy="0"/>
        </a:xfrm>
      </p:grpSpPr>
      <p:sp>
        <p:nvSpPr>
          <p:cNvPr id="453" name="Google Shape;453;p66"/>
          <p:cNvSpPr txBox="1"/>
          <p:nvPr/>
        </p:nvSpPr>
        <p:spPr>
          <a:xfrm>
            <a:off x="3436100" y="131649"/>
            <a:ext cx="3058500" cy="784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400"/>
              </a:spcBef>
              <a:spcAft>
                <a:spcPts val="400"/>
              </a:spcAft>
              <a:buClr>
                <a:schemeClr val="dk1"/>
              </a:buClr>
              <a:buSzPts val="1100"/>
              <a:buFont typeface="Arial"/>
              <a:buNone/>
            </a:pPr>
            <a:r>
              <a:rPr b="1" lang="en" sz="3600">
                <a:solidFill>
                  <a:schemeClr val="lt1"/>
                </a:solidFill>
              </a:rPr>
              <a:t>Benefits</a:t>
            </a:r>
            <a:endParaRPr sz="3600">
              <a:solidFill>
                <a:schemeClr val="lt1"/>
              </a:solidFill>
            </a:endParaRPr>
          </a:p>
        </p:txBody>
      </p:sp>
      <p:sp>
        <p:nvSpPr>
          <p:cNvPr id="454" name="Google Shape;454;p66"/>
          <p:cNvSpPr txBox="1"/>
          <p:nvPr/>
        </p:nvSpPr>
        <p:spPr>
          <a:xfrm>
            <a:off x="347200" y="1511100"/>
            <a:ext cx="7284600" cy="2275200"/>
          </a:xfrm>
          <a:prstGeom prst="rect">
            <a:avLst/>
          </a:prstGeom>
          <a:noFill/>
          <a:ln>
            <a:noFill/>
          </a:ln>
        </p:spPr>
        <p:txBody>
          <a:bodyPr anchorCtr="0" anchor="t" bIns="91425" lIns="91425" spcFirstLastPara="1" rIns="91425" wrap="square" tIns="91425">
            <a:noAutofit/>
          </a:bodyPr>
          <a:lstStyle/>
          <a:p>
            <a:pPr indent="-381000" lvl="0" marL="457200" rtl="0" algn="l">
              <a:lnSpc>
                <a:spcPct val="115000"/>
              </a:lnSpc>
              <a:spcBef>
                <a:spcPts val="1200"/>
              </a:spcBef>
              <a:spcAft>
                <a:spcPts val="0"/>
              </a:spcAft>
              <a:buClr>
                <a:schemeClr val="lt1"/>
              </a:buClr>
              <a:buSzPts val="2400"/>
              <a:buChar char="●"/>
            </a:pPr>
            <a:r>
              <a:rPr lang="en" sz="2400">
                <a:solidFill>
                  <a:schemeClr val="lt1"/>
                </a:solidFill>
              </a:rPr>
              <a:t>Improved customer satisfaction with personalized service.</a:t>
            </a:r>
            <a:endParaRPr sz="2400">
              <a:solidFill>
                <a:schemeClr val="lt1"/>
              </a:solidFill>
            </a:endParaRPr>
          </a:p>
          <a:p>
            <a:pPr indent="-381000" lvl="0" marL="457200" rtl="0" algn="l">
              <a:lnSpc>
                <a:spcPct val="115000"/>
              </a:lnSpc>
              <a:spcBef>
                <a:spcPts val="0"/>
              </a:spcBef>
              <a:spcAft>
                <a:spcPts val="0"/>
              </a:spcAft>
              <a:buClr>
                <a:schemeClr val="lt1"/>
              </a:buClr>
              <a:buSzPts val="2400"/>
              <a:buChar char="●"/>
            </a:pPr>
            <a:r>
              <a:rPr lang="en" sz="2400">
                <a:solidFill>
                  <a:schemeClr val="lt1"/>
                </a:solidFill>
              </a:rPr>
              <a:t>Automation reduces manual tasks and errors.</a:t>
            </a:r>
            <a:endParaRPr sz="2400">
              <a:solidFill>
                <a:schemeClr val="lt1"/>
              </a:solidFill>
            </a:endParaRPr>
          </a:p>
          <a:p>
            <a:pPr indent="-381000" lvl="0" marL="457200" rtl="0" algn="l">
              <a:lnSpc>
                <a:spcPct val="115000"/>
              </a:lnSpc>
              <a:spcBef>
                <a:spcPts val="0"/>
              </a:spcBef>
              <a:spcAft>
                <a:spcPts val="0"/>
              </a:spcAft>
              <a:buClr>
                <a:schemeClr val="lt1"/>
              </a:buClr>
              <a:buSzPts val="2400"/>
              <a:buChar char="●"/>
            </a:pPr>
            <a:r>
              <a:rPr lang="en" sz="2400">
                <a:solidFill>
                  <a:schemeClr val="lt1"/>
                </a:solidFill>
              </a:rPr>
              <a:t>Scalable architecture supports business growth.</a:t>
            </a:r>
            <a:endParaRPr sz="2400">
              <a:solidFill>
                <a:schemeClr val="lt1"/>
              </a:solidFill>
            </a:endParaRPr>
          </a:p>
          <a:p>
            <a:pPr indent="-381000" lvl="0" marL="457200" rtl="0" algn="l">
              <a:lnSpc>
                <a:spcPct val="115000"/>
              </a:lnSpc>
              <a:spcBef>
                <a:spcPts val="0"/>
              </a:spcBef>
              <a:spcAft>
                <a:spcPts val="0"/>
              </a:spcAft>
              <a:buClr>
                <a:schemeClr val="lt1"/>
              </a:buClr>
              <a:buSzPts val="2400"/>
              <a:buChar char="●"/>
            </a:pPr>
            <a:r>
              <a:rPr lang="en" sz="2400">
                <a:solidFill>
                  <a:schemeClr val="lt1"/>
                </a:solidFill>
              </a:rPr>
              <a:t>Real-time analytics for better decision-making.</a:t>
            </a:r>
            <a:r>
              <a:rPr lang="en" sz="2400">
                <a:solidFill>
                  <a:schemeClr val="lt1"/>
                </a:solidFill>
                <a:uFill>
                  <a:noFill/>
                </a:uFill>
                <a:hlinkClick r:id="rId4">
                  <a:extLst>
                    <a:ext uri="{A12FA001-AC4F-418D-AE19-62706E023703}">
                      <ahyp:hlinkClr val="tx"/>
                    </a:ext>
                  </a:extLst>
                </a:hlinkClick>
              </a:rPr>
              <a:t> </a:t>
            </a:r>
            <a:endParaRPr sz="2400" u="sng">
              <a:solidFill>
                <a:schemeClr val="lt1"/>
              </a:solidFill>
            </a:endParaRPr>
          </a:p>
          <a:p>
            <a:pPr indent="0" lvl="0" marL="0" rtl="0" algn="l">
              <a:spcBef>
                <a:spcPts val="1200"/>
              </a:spcBef>
              <a:spcAft>
                <a:spcPts val="0"/>
              </a:spcAft>
              <a:buNone/>
            </a:pPr>
            <a:r>
              <a:t/>
            </a:r>
            <a:endParaRPr sz="2400">
              <a:solidFill>
                <a:schemeClr val="lt1"/>
              </a:solidFill>
            </a:endParaRPr>
          </a:p>
        </p:txBody>
      </p:sp>
      <p:pic>
        <p:nvPicPr>
          <p:cNvPr id="455" name="Google Shape;455;p66" title="codexoxo-footer.png"/>
          <p:cNvPicPr preferRelativeResize="0"/>
          <p:nvPr/>
        </p:nvPicPr>
        <p:blipFill>
          <a:blip r:embed="rId5">
            <a:alphaModFix/>
          </a:blip>
          <a:stretch>
            <a:fillRect/>
          </a:stretch>
        </p:blipFill>
        <p:spPr>
          <a:xfrm>
            <a:off x="292700" y="183250"/>
            <a:ext cx="1719598" cy="934800"/>
          </a:xfrm>
          <a:prstGeom prst="rect">
            <a:avLst/>
          </a:prstGeom>
          <a:noFill/>
          <a:ln>
            <a:noFill/>
          </a:ln>
        </p:spPr>
      </p:pic>
      <p:sp>
        <p:nvSpPr>
          <p:cNvPr id="456" name="Google Shape;456;p66"/>
          <p:cNvSpPr txBox="1"/>
          <p:nvPr/>
        </p:nvSpPr>
        <p:spPr>
          <a:xfrm>
            <a:off x="516825" y="4485812"/>
            <a:ext cx="2287500" cy="34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u="sng">
                <a:solidFill>
                  <a:srgbClr val="FFFFFF"/>
                </a:solidFill>
                <a:hlinkClick r:id="rId6">
                  <a:extLst>
                    <a:ext uri="{A12FA001-AC4F-418D-AE19-62706E023703}">
                      <ahyp:hlinkClr val="tx"/>
                    </a:ext>
                  </a:extLst>
                </a:hlinkClick>
              </a:rPr>
              <a:t>codexoxo.com</a:t>
            </a:r>
            <a:endParaRPr b="1" sz="2000">
              <a:solidFill>
                <a:srgbClr val="999999"/>
              </a:solidFill>
            </a:endParaRPr>
          </a:p>
        </p:txBody>
      </p:sp>
      <p:sp>
        <p:nvSpPr>
          <p:cNvPr id="457" name="Google Shape;457;p66"/>
          <p:cNvSpPr txBox="1"/>
          <p:nvPr/>
        </p:nvSpPr>
        <p:spPr>
          <a:xfrm>
            <a:off x="3335000" y="4485800"/>
            <a:ext cx="2160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FFFFFF"/>
                </a:solidFill>
                <a:latin typeface="Barlow"/>
                <a:ea typeface="Barlow"/>
                <a:cs typeface="Barlow"/>
                <a:sym typeface="Barlow"/>
              </a:rPr>
              <a:t>+918448177994</a:t>
            </a:r>
            <a:endParaRPr b="1" sz="2000">
              <a:solidFill>
                <a:srgbClr val="FFFFFF"/>
              </a:solidFill>
              <a:latin typeface="Barlow"/>
              <a:ea typeface="Barlow"/>
              <a:cs typeface="Barlow"/>
              <a:sym typeface="Barlow"/>
            </a:endParaRPr>
          </a:p>
        </p:txBody>
      </p:sp>
      <p:sp>
        <p:nvSpPr>
          <p:cNvPr id="458" name="Google Shape;458;p66"/>
          <p:cNvSpPr txBox="1"/>
          <p:nvPr/>
        </p:nvSpPr>
        <p:spPr>
          <a:xfrm>
            <a:off x="5410147" y="4485800"/>
            <a:ext cx="35808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FFFFFF"/>
                </a:solidFill>
                <a:latin typeface="Barlow"/>
                <a:ea typeface="Barlow"/>
                <a:cs typeface="Barlow"/>
                <a:sym typeface="Barlow"/>
              </a:rPr>
              <a:t>contact@codexoxo.com</a:t>
            </a:r>
            <a:endParaRPr b="1" sz="2000">
              <a:solidFill>
                <a:srgbClr val="FFFFFF"/>
              </a:solidFill>
              <a:latin typeface="Barlow"/>
              <a:ea typeface="Barlow"/>
              <a:cs typeface="Barlow"/>
              <a:sym typeface="Barlow"/>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62" name="Shape 462"/>
        <p:cNvGrpSpPr/>
        <p:nvPr/>
      </p:nvGrpSpPr>
      <p:grpSpPr>
        <a:xfrm>
          <a:off x="0" y="0"/>
          <a:ext cx="0" cy="0"/>
          <a:chOff x="0" y="0"/>
          <a:chExt cx="0" cy="0"/>
        </a:xfrm>
      </p:grpSpPr>
      <p:sp>
        <p:nvSpPr>
          <p:cNvPr id="463" name="Google Shape;463;p67"/>
          <p:cNvSpPr txBox="1"/>
          <p:nvPr/>
        </p:nvSpPr>
        <p:spPr>
          <a:xfrm>
            <a:off x="2728393" y="272988"/>
            <a:ext cx="4499100" cy="6585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400"/>
              </a:spcBef>
              <a:spcAft>
                <a:spcPts val="400"/>
              </a:spcAft>
              <a:buClr>
                <a:schemeClr val="dk1"/>
              </a:buClr>
              <a:buSzPts val="1100"/>
              <a:buFont typeface="Arial"/>
              <a:buNone/>
            </a:pPr>
            <a:r>
              <a:rPr b="1" lang="en" sz="3600">
                <a:solidFill>
                  <a:schemeClr val="lt1"/>
                </a:solidFill>
              </a:rPr>
              <a:t>Conclusion</a:t>
            </a:r>
            <a:endParaRPr sz="3600">
              <a:solidFill>
                <a:schemeClr val="lt1"/>
              </a:solidFill>
            </a:endParaRPr>
          </a:p>
        </p:txBody>
      </p:sp>
      <p:sp>
        <p:nvSpPr>
          <p:cNvPr id="464" name="Google Shape;464;p67"/>
          <p:cNvSpPr txBox="1"/>
          <p:nvPr/>
        </p:nvSpPr>
        <p:spPr>
          <a:xfrm>
            <a:off x="405750" y="1547676"/>
            <a:ext cx="8439300" cy="2453400"/>
          </a:xfrm>
          <a:prstGeom prst="rect">
            <a:avLst/>
          </a:prstGeom>
          <a:noFill/>
          <a:ln>
            <a:noFill/>
          </a:ln>
        </p:spPr>
        <p:txBody>
          <a:bodyPr anchorCtr="0" anchor="t" bIns="91425" lIns="91425" spcFirstLastPara="1" rIns="91425" wrap="square" tIns="91425">
            <a:noAutofit/>
          </a:bodyPr>
          <a:lstStyle/>
          <a:p>
            <a:pPr indent="-381000" lvl="0" marL="457200" rtl="0" algn="l">
              <a:lnSpc>
                <a:spcPct val="115000"/>
              </a:lnSpc>
              <a:spcBef>
                <a:spcPts val="1200"/>
              </a:spcBef>
              <a:spcAft>
                <a:spcPts val="0"/>
              </a:spcAft>
              <a:buClr>
                <a:schemeClr val="lt1"/>
              </a:buClr>
              <a:buSzPts val="2400"/>
              <a:buChar char="●"/>
            </a:pPr>
            <a:r>
              <a:rPr lang="en" sz="2400">
                <a:solidFill>
                  <a:schemeClr val="lt1"/>
                </a:solidFill>
              </a:rPr>
              <a:t>Dynamics 365 Service is a comprehensive solution for modern businesses.</a:t>
            </a:r>
            <a:endParaRPr sz="2400">
              <a:solidFill>
                <a:schemeClr val="lt1"/>
              </a:solidFill>
            </a:endParaRPr>
          </a:p>
          <a:p>
            <a:pPr indent="-381000" lvl="0" marL="457200" rtl="0" algn="l">
              <a:lnSpc>
                <a:spcPct val="115000"/>
              </a:lnSpc>
              <a:spcBef>
                <a:spcPts val="0"/>
              </a:spcBef>
              <a:spcAft>
                <a:spcPts val="0"/>
              </a:spcAft>
              <a:buClr>
                <a:schemeClr val="lt1"/>
              </a:buClr>
              <a:buSzPts val="2400"/>
              <a:buChar char="●"/>
            </a:pPr>
            <a:r>
              <a:rPr lang="en" sz="2400">
                <a:solidFill>
                  <a:schemeClr val="lt1"/>
                </a:solidFill>
              </a:rPr>
              <a:t>Empowers teams to deliver exceptional customer experiences.</a:t>
            </a:r>
            <a:endParaRPr sz="2400">
              <a:solidFill>
                <a:schemeClr val="lt1"/>
              </a:solidFill>
            </a:endParaRPr>
          </a:p>
          <a:p>
            <a:pPr indent="-381000" lvl="0" marL="457200" rtl="0" algn="l">
              <a:lnSpc>
                <a:spcPct val="115000"/>
              </a:lnSpc>
              <a:spcBef>
                <a:spcPts val="0"/>
              </a:spcBef>
              <a:spcAft>
                <a:spcPts val="0"/>
              </a:spcAft>
              <a:buClr>
                <a:schemeClr val="lt1"/>
              </a:buClr>
              <a:buSzPts val="2400"/>
              <a:buChar char="●"/>
            </a:pPr>
            <a:r>
              <a:rPr lang="en" sz="2400">
                <a:solidFill>
                  <a:schemeClr val="lt1"/>
                </a:solidFill>
              </a:rPr>
              <a:t>Future-ready with AI, IoT, and advanced analytics.</a:t>
            </a:r>
            <a:endParaRPr sz="2400">
              <a:solidFill>
                <a:schemeClr val="lt1"/>
              </a:solidFill>
            </a:endParaRPr>
          </a:p>
        </p:txBody>
      </p:sp>
      <p:pic>
        <p:nvPicPr>
          <p:cNvPr id="465" name="Google Shape;465;p67" title="codexoxo-footer.png"/>
          <p:cNvPicPr preferRelativeResize="0"/>
          <p:nvPr/>
        </p:nvPicPr>
        <p:blipFill>
          <a:blip r:embed="rId4">
            <a:alphaModFix/>
          </a:blip>
          <a:stretch>
            <a:fillRect/>
          </a:stretch>
        </p:blipFill>
        <p:spPr>
          <a:xfrm>
            <a:off x="292700" y="183250"/>
            <a:ext cx="1719598" cy="934800"/>
          </a:xfrm>
          <a:prstGeom prst="rect">
            <a:avLst/>
          </a:prstGeom>
          <a:noFill/>
          <a:ln>
            <a:noFill/>
          </a:ln>
        </p:spPr>
      </p:pic>
      <p:sp>
        <p:nvSpPr>
          <p:cNvPr id="466" name="Google Shape;466;p67"/>
          <p:cNvSpPr txBox="1"/>
          <p:nvPr/>
        </p:nvSpPr>
        <p:spPr>
          <a:xfrm>
            <a:off x="516825" y="4485812"/>
            <a:ext cx="2287500" cy="34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u="sng">
                <a:solidFill>
                  <a:schemeClr val="lt1"/>
                </a:solidFill>
                <a:hlinkClick r:id="rId5">
                  <a:extLst>
                    <a:ext uri="{A12FA001-AC4F-418D-AE19-62706E023703}">
                      <ahyp:hlinkClr val="tx"/>
                    </a:ext>
                  </a:extLst>
                </a:hlinkClick>
              </a:rPr>
              <a:t>codexoxo.com</a:t>
            </a:r>
            <a:endParaRPr b="1" sz="2000">
              <a:solidFill>
                <a:schemeClr val="lt1"/>
              </a:solidFill>
            </a:endParaRPr>
          </a:p>
        </p:txBody>
      </p:sp>
      <p:sp>
        <p:nvSpPr>
          <p:cNvPr id="467" name="Google Shape;467;p67"/>
          <p:cNvSpPr txBox="1"/>
          <p:nvPr/>
        </p:nvSpPr>
        <p:spPr>
          <a:xfrm>
            <a:off x="3335000" y="4485800"/>
            <a:ext cx="2160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lt1"/>
                </a:solidFill>
                <a:latin typeface="Barlow"/>
                <a:ea typeface="Barlow"/>
                <a:cs typeface="Barlow"/>
                <a:sym typeface="Barlow"/>
              </a:rPr>
              <a:t>+918448177994</a:t>
            </a:r>
            <a:endParaRPr b="1" sz="2000">
              <a:solidFill>
                <a:schemeClr val="lt1"/>
              </a:solidFill>
              <a:latin typeface="Barlow"/>
              <a:ea typeface="Barlow"/>
              <a:cs typeface="Barlow"/>
              <a:sym typeface="Barlow"/>
            </a:endParaRPr>
          </a:p>
        </p:txBody>
      </p:sp>
      <p:sp>
        <p:nvSpPr>
          <p:cNvPr id="468" name="Google Shape;468;p67"/>
          <p:cNvSpPr txBox="1"/>
          <p:nvPr/>
        </p:nvSpPr>
        <p:spPr>
          <a:xfrm>
            <a:off x="5410147" y="4485800"/>
            <a:ext cx="35808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FFFFFF"/>
                </a:solidFill>
                <a:latin typeface="Barlow"/>
                <a:ea typeface="Barlow"/>
                <a:cs typeface="Barlow"/>
                <a:sym typeface="Barlow"/>
              </a:rPr>
              <a:t>contact@codexoxo.com</a:t>
            </a:r>
            <a:endParaRPr b="1" sz="2000">
              <a:solidFill>
                <a:srgbClr val="FFFFFF"/>
              </a:solidFill>
              <a:latin typeface="Barlow"/>
              <a:ea typeface="Barlow"/>
              <a:cs typeface="Barlow"/>
              <a:sym typeface="Barlow"/>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72" name="Shape 472"/>
        <p:cNvGrpSpPr/>
        <p:nvPr/>
      </p:nvGrpSpPr>
      <p:grpSpPr>
        <a:xfrm>
          <a:off x="0" y="0"/>
          <a:ext cx="0" cy="0"/>
          <a:chOff x="0" y="0"/>
          <a:chExt cx="0" cy="0"/>
        </a:xfrm>
      </p:grpSpPr>
      <p:sp>
        <p:nvSpPr>
          <p:cNvPr id="473" name="Google Shape;473;p68"/>
          <p:cNvSpPr txBox="1"/>
          <p:nvPr>
            <p:ph type="title"/>
          </p:nvPr>
        </p:nvSpPr>
        <p:spPr>
          <a:xfrm>
            <a:off x="3445825" y="1736884"/>
            <a:ext cx="2757900" cy="100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800">
                <a:solidFill>
                  <a:schemeClr val="lt1"/>
                </a:solidFill>
              </a:rPr>
              <a:t>Contact</a:t>
            </a:r>
            <a:endParaRPr b="1" sz="4800">
              <a:solidFill>
                <a:schemeClr val="lt1"/>
              </a:solidFill>
            </a:endParaRPr>
          </a:p>
        </p:txBody>
      </p:sp>
      <p:sp>
        <p:nvSpPr>
          <p:cNvPr id="474" name="Google Shape;474;p68"/>
          <p:cNvSpPr txBox="1"/>
          <p:nvPr/>
        </p:nvSpPr>
        <p:spPr>
          <a:xfrm>
            <a:off x="2677853" y="2622300"/>
            <a:ext cx="4825500" cy="228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solidFill>
                <a:schemeClr val="lt1"/>
              </a:solidFill>
              <a:highlight>
                <a:srgbClr val="FFFFFF"/>
              </a:highlight>
            </a:endParaRPr>
          </a:p>
          <a:p>
            <a:pPr indent="0" lvl="0" marL="0" rtl="0" algn="l">
              <a:spcBef>
                <a:spcPts val="0"/>
              </a:spcBef>
              <a:spcAft>
                <a:spcPts val="0"/>
              </a:spcAft>
              <a:buNone/>
            </a:pPr>
            <a:r>
              <a:rPr lang="en" sz="2400">
                <a:solidFill>
                  <a:schemeClr val="lt1"/>
                </a:solidFill>
              </a:rPr>
              <a:t>Website : </a:t>
            </a:r>
            <a:r>
              <a:rPr b="1" lang="en" sz="2400" u="sng">
                <a:solidFill>
                  <a:schemeClr val="lt1"/>
                </a:solidFill>
                <a:hlinkClick r:id="rId4">
                  <a:extLst>
                    <a:ext uri="{A12FA001-AC4F-418D-AE19-62706E023703}">
                      <ahyp:hlinkClr val="tx"/>
                    </a:ext>
                  </a:extLst>
                </a:hlinkClick>
              </a:rPr>
              <a:t>codexoxo.com</a:t>
            </a:r>
            <a:endParaRPr sz="2400">
              <a:solidFill>
                <a:schemeClr val="lt1"/>
              </a:solidFill>
            </a:endParaRPr>
          </a:p>
          <a:p>
            <a:pPr indent="0" lvl="0" marL="0" rtl="0" algn="l">
              <a:spcBef>
                <a:spcPts val="0"/>
              </a:spcBef>
              <a:spcAft>
                <a:spcPts val="0"/>
              </a:spcAft>
              <a:buNone/>
            </a:pPr>
            <a:r>
              <a:t/>
            </a:r>
            <a:endParaRPr sz="2400">
              <a:solidFill>
                <a:schemeClr val="lt1"/>
              </a:solidFill>
              <a:highlight>
                <a:srgbClr val="FFFFFF"/>
              </a:highlight>
            </a:endParaRPr>
          </a:p>
          <a:p>
            <a:pPr indent="0" lvl="0" marL="0" rtl="0" algn="l">
              <a:spcBef>
                <a:spcPts val="0"/>
              </a:spcBef>
              <a:spcAft>
                <a:spcPts val="0"/>
              </a:spcAft>
              <a:buNone/>
            </a:pPr>
            <a:r>
              <a:rPr lang="en" sz="2400">
                <a:solidFill>
                  <a:schemeClr val="lt1"/>
                </a:solidFill>
              </a:rPr>
              <a:t>Support : </a:t>
            </a:r>
            <a:r>
              <a:rPr lang="en" sz="2400">
                <a:solidFill>
                  <a:schemeClr val="lt1"/>
                </a:solidFill>
              </a:rPr>
              <a:t>+918448177994 </a:t>
            </a:r>
            <a:endParaRPr sz="2400">
              <a:solidFill>
                <a:schemeClr val="lt1"/>
              </a:solidFill>
            </a:endParaRPr>
          </a:p>
          <a:p>
            <a:pPr indent="0" lvl="0" marL="0" rtl="0" algn="l">
              <a:spcBef>
                <a:spcPts val="0"/>
              </a:spcBef>
              <a:spcAft>
                <a:spcPts val="0"/>
              </a:spcAft>
              <a:buNone/>
            </a:pPr>
            <a:r>
              <a:t/>
            </a:r>
            <a:endParaRPr sz="2400">
              <a:solidFill>
                <a:schemeClr val="lt1"/>
              </a:solidFill>
            </a:endParaRPr>
          </a:p>
          <a:p>
            <a:pPr indent="0" lvl="0" marL="0" rtl="0" algn="l">
              <a:spcBef>
                <a:spcPts val="0"/>
              </a:spcBef>
              <a:spcAft>
                <a:spcPts val="0"/>
              </a:spcAft>
              <a:buNone/>
            </a:pPr>
            <a:r>
              <a:rPr lang="en" sz="2400">
                <a:solidFill>
                  <a:schemeClr val="lt1"/>
                </a:solidFill>
              </a:rPr>
              <a:t>Email : </a:t>
            </a:r>
            <a:r>
              <a:rPr lang="en" sz="2400">
                <a:solidFill>
                  <a:schemeClr val="lt1"/>
                </a:solidFill>
              </a:rPr>
              <a:t>contact@codexoxo.com </a:t>
            </a:r>
            <a:endParaRPr sz="2400">
              <a:solidFill>
                <a:schemeClr val="lt1"/>
              </a:solidFill>
            </a:endParaRPr>
          </a:p>
        </p:txBody>
      </p:sp>
      <p:pic>
        <p:nvPicPr>
          <p:cNvPr id="475" name="Google Shape;475;p68" title="codexoxo-footer.png"/>
          <p:cNvPicPr preferRelativeResize="0"/>
          <p:nvPr/>
        </p:nvPicPr>
        <p:blipFill>
          <a:blip r:embed="rId5">
            <a:alphaModFix/>
          </a:blip>
          <a:stretch>
            <a:fillRect/>
          </a:stretch>
        </p:blipFill>
        <p:spPr>
          <a:xfrm>
            <a:off x="7244225" y="131300"/>
            <a:ext cx="1719598" cy="9348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trategy Plan">
  <a:themeElements>
    <a:clrScheme name="Simple Light">
      <a:dk1>
        <a:srgbClr val="FFFFFF"/>
      </a:dk1>
      <a:lt1>
        <a:srgbClr val="000000"/>
      </a:lt1>
      <a:dk2>
        <a:srgbClr val="999999"/>
      </a:dk2>
      <a:lt2>
        <a:srgbClr val="FFECD1"/>
      </a:lt2>
      <a:accent1>
        <a:srgbClr val="AC6600"/>
      </a:accent1>
      <a:accent2>
        <a:srgbClr val="5E7F00"/>
      </a:accent2>
      <a:accent3>
        <a:srgbClr val="2322EF"/>
      </a:accent3>
      <a:accent4>
        <a:srgbClr val="DDDDFF"/>
      </a:accent4>
      <a:accent5>
        <a:srgbClr val="EFEFEF"/>
      </a:accent5>
      <a:accent6>
        <a:srgbClr val="F7FEEB"/>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